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9" r:id="rId2"/>
    <p:sldId id="257" r:id="rId3"/>
    <p:sldId id="263" r:id="rId4"/>
    <p:sldId id="258" r:id="rId5"/>
    <p:sldId id="262" r:id="rId6"/>
    <p:sldId id="279" r:id="rId7"/>
    <p:sldId id="278" r:id="rId8"/>
    <p:sldId id="270" r:id="rId9"/>
    <p:sldId id="269" r:id="rId10"/>
    <p:sldId id="268" r:id="rId11"/>
    <p:sldId id="267" r:id="rId12"/>
    <p:sldId id="274" r:id="rId13"/>
    <p:sldId id="275" r:id="rId14"/>
    <p:sldId id="280" r:id="rId15"/>
    <p:sldId id="265" r:id="rId16"/>
    <p:sldId id="277" r:id="rId1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5F4"/>
    <a:srgbClr val="FCFF5C"/>
    <a:srgbClr val="ED5151"/>
    <a:srgbClr val="DB0853"/>
    <a:srgbClr val="EBCBB5"/>
    <a:srgbClr val="BD855C"/>
    <a:srgbClr val="DB7E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B23E24-53D0-4317-8131-8273F3DB5461}" v="2308" dt="2023-03-11T20:24:44.362"/>
    <p1510:client id="{0D7BDD5F-25A8-4641-85CA-568A3F6C017A}" v="48" dt="2023-03-11T05:12:56.969"/>
    <p1510:client id="{3D36E1EF-D176-4BD4-ABB9-206D0FF36EC7}" v="4219" dt="2023-03-12T05:39:25.574"/>
    <p1510:client id="{49AB04AB-CC2B-4B3A-B9E8-67877F29DD64}" v="3902" dt="2023-03-12T07:00:46.768"/>
    <p1510:client id="{881D1876-A53C-43AD-A4D8-772C1507CECF}" v="57" dt="2023-03-12T01:00:07.054"/>
    <p1510:client id="{94596C72-D4BC-4854-AE8E-C11AEA87EFEC}" v="703" dt="2023-03-12T02:43:41.216"/>
    <p1510:client id="{983A342A-EB63-4488-BD6C-B328AB8A3002}" v="108" dt="2023-03-11T05:33:07.964"/>
    <p1510:client id="{B18A5AE3-3059-4352-9599-EAFB686A19A4}" v="21" dt="2023-03-11T20:30:09.938"/>
    <p1510:client id="{B9CD203A-5B4B-4D30-8AAC-78919AF6DD4C}" v="2968" dt="2023-03-07T18:32:28.151"/>
    <p1510:client id="{FC19F8D6-7039-4632-B210-64AEF6833257}" v="889" dt="2023-03-12T07:00:15.9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935B2C-AEC8-4568-8665-2F1195CF322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D2DD396-1247-43CF-8AB5-85BE193F46CF}">
      <dgm:prSet phldr="0"/>
      <dgm:spPr/>
      <dgm:t>
        <a:bodyPr/>
        <a:lstStyle/>
        <a:p>
          <a:r>
            <a:rPr lang="en-US"/>
            <a:t>23:00 - Dorme</a:t>
          </a:r>
        </a:p>
      </dgm:t>
    </dgm:pt>
    <dgm:pt modelId="{5276CB67-2436-419B-A273-8DC233CB8679}" type="parTrans" cxnId="{216BCB0C-6CBD-4B20-9D98-1901A1D4ED47}">
      <dgm:prSet/>
      <dgm:spPr/>
      <dgm:t>
        <a:bodyPr/>
        <a:lstStyle/>
        <a:p>
          <a:endParaRPr lang="en-US"/>
        </a:p>
      </dgm:t>
    </dgm:pt>
    <dgm:pt modelId="{BB80209F-7042-438A-9F24-499BF7873CA7}" type="sibTrans" cxnId="{216BCB0C-6CBD-4B20-9D98-1901A1D4ED47}">
      <dgm:prSet/>
      <dgm:spPr/>
      <dgm:t>
        <a:bodyPr/>
        <a:lstStyle/>
        <a:p>
          <a:endParaRPr lang="en-US"/>
        </a:p>
      </dgm:t>
    </dgm:pt>
    <dgm:pt modelId="{F8E3E696-C57A-4238-ABB7-2869B78AE694}">
      <dgm:prSet phldr="0"/>
      <dgm:spPr/>
      <dgm:t>
        <a:bodyPr/>
        <a:lstStyle/>
        <a:p>
          <a:pPr algn="l" rtl="0"/>
          <a:r>
            <a:rPr lang="en-US"/>
            <a:t>05:50 - Acorda</a:t>
          </a:r>
          <a:endParaRPr lang="en-US">
            <a:latin typeface="Calibri Light" panose="020F0302020204030204"/>
          </a:endParaRPr>
        </a:p>
      </dgm:t>
    </dgm:pt>
    <dgm:pt modelId="{F52F4EE2-B6D8-455F-BED1-B9F11EF78ADA}" type="parTrans" cxnId="{EAC8261D-74A4-40FA-8098-EEA3F8EC9E33}">
      <dgm:prSet/>
      <dgm:spPr/>
    </dgm:pt>
    <dgm:pt modelId="{8258FBBA-585B-4196-9730-4BA6B49EA42E}" type="sibTrans" cxnId="{EAC8261D-74A4-40FA-8098-EEA3F8EC9E33}">
      <dgm:prSet/>
      <dgm:spPr/>
    </dgm:pt>
    <dgm:pt modelId="{04F301F7-1A4B-47CB-815A-D5FBE0DCE965}">
      <dgm:prSet phldr="0"/>
      <dgm:spPr/>
      <dgm:t>
        <a:bodyPr/>
        <a:lstStyle/>
        <a:p>
          <a:pPr algn="l"/>
          <a:r>
            <a:rPr lang="en-US"/>
            <a:t>06:40 - Pega sua bicicleta e vai ao trabalho</a:t>
          </a:r>
        </a:p>
      </dgm:t>
    </dgm:pt>
    <dgm:pt modelId="{C203636B-936A-4CA0-901E-78A5B0CDDE99}" type="parTrans" cxnId="{C43E03CE-F0B4-4781-8F0D-9CE2E54B0920}">
      <dgm:prSet/>
      <dgm:spPr/>
    </dgm:pt>
    <dgm:pt modelId="{76ED6029-3504-4EB5-9856-2DD67E14DDC4}" type="sibTrans" cxnId="{C43E03CE-F0B4-4781-8F0D-9CE2E54B0920}">
      <dgm:prSet/>
      <dgm:spPr/>
    </dgm:pt>
    <dgm:pt modelId="{6F77D1B7-ED08-4B39-94A5-5D0CB12FF523}">
      <dgm:prSet phldr="0"/>
      <dgm:spPr/>
      <dgm:t>
        <a:bodyPr/>
        <a:lstStyle/>
        <a:p>
          <a:pPr algn="l" rtl="0"/>
          <a:r>
            <a:rPr lang="en-US">
              <a:solidFill>
                <a:srgbClr val="DB0853"/>
              </a:solidFill>
            </a:rPr>
            <a:t>7:30 - Apresenta o MageMat para seus alunos com intuito de facilitar o ensino matemático</a:t>
          </a:r>
          <a:r>
            <a:rPr lang="en-US">
              <a:solidFill>
                <a:srgbClr val="DB0853"/>
              </a:solidFill>
              <a:latin typeface="Calibri Light" panose="020F0302020204030204"/>
            </a:rPr>
            <a:t> </a:t>
          </a:r>
          <a:endParaRPr lang="en-US">
            <a:solidFill>
              <a:srgbClr val="DB0853"/>
            </a:solidFill>
          </a:endParaRPr>
        </a:p>
      </dgm:t>
    </dgm:pt>
    <dgm:pt modelId="{7D5104D1-0438-413F-B245-0C53E6C5CA21}" type="parTrans" cxnId="{B34422CE-AC90-458F-9569-4CD351048436}">
      <dgm:prSet/>
      <dgm:spPr/>
    </dgm:pt>
    <dgm:pt modelId="{03DCAD1E-9724-453B-AA39-82A74B77E5E0}" type="sibTrans" cxnId="{B34422CE-AC90-458F-9569-4CD351048436}">
      <dgm:prSet/>
      <dgm:spPr/>
    </dgm:pt>
    <dgm:pt modelId="{BD9CD241-CE88-4116-A878-50652C6CC22A}">
      <dgm:prSet phldr="0"/>
      <dgm:spPr/>
      <dgm:t>
        <a:bodyPr/>
        <a:lstStyle/>
        <a:p>
          <a:pPr algn="l"/>
          <a:r>
            <a:rPr lang="en-US"/>
            <a:t>12:00 - Almoça </a:t>
          </a:r>
        </a:p>
      </dgm:t>
    </dgm:pt>
    <dgm:pt modelId="{5628BDD3-F911-48D3-93E5-F705CB717461}" type="parTrans" cxnId="{2AB29727-26D1-4773-999E-2E9F9C9C6FD6}">
      <dgm:prSet/>
      <dgm:spPr/>
    </dgm:pt>
    <dgm:pt modelId="{77FA014A-5DDF-4ED1-AD26-12E21248FD7F}" type="sibTrans" cxnId="{2AB29727-26D1-4773-999E-2E9F9C9C6FD6}">
      <dgm:prSet/>
      <dgm:spPr/>
    </dgm:pt>
    <dgm:pt modelId="{4C101743-C567-4AFC-8CBE-4764429D6A5D}">
      <dgm:prSet phldr="0"/>
      <dgm:spPr/>
      <dgm:t>
        <a:bodyPr/>
        <a:lstStyle/>
        <a:p>
          <a:pPr algn="l" rtl="0"/>
          <a:r>
            <a:rPr lang="en-US">
              <a:solidFill>
                <a:srgbClr val="DB0853"/>
              </a:solidFill>
            </a:rPr>
            <a:t>12:30 - </a:t>
          </a:r>
          <a:r>
            <a:rPr lang="en-US" err="1">
              <a:solidFill>
                <a:srgbClr val="DB0853"/>
              </a:solidFill>
            </a:rPr>
            <a:t>Planeja</a:t>
          </a:r>
          <a:r>
            <a:rPr lang="en-US">
              <a:solidFill>
                <a:srgbClr val="DB0853"/>
              </a:solidFill>
            </a:rPr>
            <a:t> </a:t>
          </a:r>
          <a:r>
            <a:rPr lang="en-US" err="1">
              <a:solidFill>
                <a:srgbClr val="DB0853"/>
              </a:solidFill>
            </a:rPr>
            <a:t>sua</a:t>
          </a:r>
          <a:r>
            <a:rPr lang="en-US">
              <a:solidFill>
                <a:srgbClr val="DB0853"/>
              </a:solidFill>
            </a:rPr>
            <a:t> aula baseada no MageMat para dia posteior</a:t>
          </a:r>
          <a:r>
            <a:rPr lang="en-US">
              <a:solidFill>
                <a:srgbClr val="DB0853"/>
              </a:solidFill>
              <a:latin typeface="Calibri Light" panose="020F0302020204030204"/>
            </a:rPr>
            <a:t> </a:t>
          </a:r>
        </a:p>
      </dgm:t>
    </dgm:pt>
    <dgm:pt modelId="{6F003EB8-8ED7-485C-9707-43DB7631E33C}" type="parTrans" cxnId="{16014E5B-0942-4BFB-966B-62D93823DD03}">
      <dgm:prSet/>
      <dgm:spPr/>
    </dgm:pt>
    <dgm:pt modelId="{358F2356-993A-4474-8EAC-7D6628ADAB61}" type="sibTrans" cxnId="{16014E5B-0942-4BFB-966B-62D93823DD03}">
      <dgm:prSet/>
      <dgm:spPr/>
    </dgm:pt>
    <dgm:pt modelId="{476C2445-8BE8-4771-B586-1979F0FD4FB4}">
      <dgm:prSet phldr="0"/>
      <dgm:spPr/>
      <dgm:t>
        <a:bodyPr/>
        <a:lstStyle/>
        <a:p>
          <a:pPr algn="l"/>
          <a:r>
            <a:rPr lang="en-US"/>
            <a:t>18:00 - Volta para sua casa</a:t>
          </a:r>
        </a:p>
      </dgm:t>
    </dgm:pt>
    <dgm:pt modelId="{2AFD6814-E5C8-4F4D-9D99-159DA0CD5467}" type="parTrans" cxnId="{CD30C133-5933-4491-AE54-73DCEA4C4046}">
      <dgm:prSet/>
      <dgm:spPr/>
    </dgm:pt>
    <dgm:pt modelId="{63DDC77E-4417-4E7F-96DA-972D60EE8F4C}" type="sibTrans" cxnId="{CD30C133-5933-4491-AE54-73DCEA4C4046}">
      <dgm:prSet/>
      <dgm:spPr/>
    </dgm:pt>
    <dgm:pt modelId="{5CD66B27-47A0-4833-8795-5AE1FA816336}">
      <dgm:prSet phldr="0"/>
      <dgm:spPr/>
      <dgm:t>
        <a:bodyPr/>
        <a:lstStyle/>
        <a:p>
          <a:pPr algn="l"/>
          <a:r>
            <a:rPr lang="en-US"/>
            <a:t>19:00 - Janta</a:t>
          </a:r>
        </a:p>
      </dgm:t>
    </dgm:pt>
    <dgm:pt modelId="{F4BD9FF8-A76A-4E04-A6EE-05B2851E492F}" type="parTrans" cxnId="{3B7FF9DC-BB3C-4508-9FFB-E5580B110FE0}">
      <dgm:prSet/>
      <dgm:spPr/>
    </dgm:pt>
    <dgm:pt modelId="{A81D22A2-E3C5-40E5-BBD7-53F8D6B0B066}" type="sibTrans" cxnId="{3B7FF9DC-BB3C-4508-9FFB-E5580B110FE0}">
      <dgm:prSet/>
      <dgm:spPr/>
    </dgm:pt>
    <dgm:pt modelId="{E5472016-4250-456B-B44A-CB84E2ECBC7D}">
      <dgm:prSet phldr="0"/>
      <dgm:spPr/>
      <dgm:t>
        <a:bodyPr/>
        <a:lstStyle/>
        <a:p>
          <a:pPr algn="l" rtl="0"/>
          <a:r>
            <a:rPr lang="en-US"/>
            <a:t>20:00 - </a:t>
          </a:r>
          <a:r>
            <a:rPr lang="en-US" err="1"/>
            <a:t>Estuda</a:t>
          </a:r>
          <a:r>
            <a:rPr lang="en-US">
              <a:latin typeface="Calibri Light" panose="020F0302020204030204"/>
            </a:rPr>
            <a:t> </a:t>
          </a:r>
          <a:endParaRPr lang="en-US"/>
        </a:p>
      </dgm:t>
    </dgm:pt>
    <dgm:pt modelId="{258E1F75-2C54-4868-BD4D-183DC90C19C9}" type="parTrans" cxnId="{9128C30F-CC5B-4164-866E-0ECB0EB92B31}">
      <dgm:prSet/>
      <dgm:spPr/>
    </dgm:pt>
    <dgm:pt modelId="{58908EB8-147F-4264-8257-3885D2F0F524}" type="sibTrans" cxnId="{9128C30F-CC5B-4164-866E-0ECB0EB92B31}">
      <dgm:prSet/>
      <dgm:spPr/>
    </dgm:pt>
    <dgm:pt modelId="{DCE52725-0788-4425-932C-6AD661F5A329}">
      <dgm:prSet phldr="0"/>
      <dgm:spPr/>
      <dgm:t>
        <a:bodyPr/>
        <a:lstStyle/>
        <a:p>
          <a:pPr algn="l" rtl="0"/>
          <a:r>
            <a:rPr lang="en-US"/>
            <a:t>21:00 - </a:t>
          </a:r>
          <a:r>
            <a:rPr lang="en-US" err="1"/>
            <a:t>Assiste</a:t>
          </a:r>
          <a:r>
            <a:rPr lang="en-US"/>
            <a:t> filme</a:t>
          </a:r>
          <a:r>
            <a:rPr lang="en-US">
              <a:latin typeface="Calibri Light" panose="020F0302020204030204"/>
            </a:rPr>
            <a:t> </a:t>
          </a:r>
          <a:endParaRPr lang="en-US"/>
        </a:p>
      </dgm:t>
    </dgm:pt>
    <dgm:pt modelId="{F6CEC19E-0C3A-48E7-BCBC-1C71FD32D698}" type="parTrans" cxnId="{D58F474B-F228-4E30-8D6F-001B5AB61AA0}">
      <dgm:prSet/>
      <dgm:spPr/>
    </dgm:pt>
    <dgm:pt modelId="{603CA2D6-402F-452B-A29B-FFC7BF4FB833}" type="sibTrans" cxnId="{D58F474B-F228-4E30-8D6F-001B5AB61AA0}">
      <dgm:prSet/>
      <dgm:spPr/>
    </dgm:pt>
    <dgm:pt modelId="{B4A84E2C-D18C-4BB1-A110-2734663513EF}" type="pres">
      <dgm:prSet presAssocID="{4E935B2C-AEC8-4568-8665-2F1195CF3228}" presName="diagram" presStyleCnt="0">
        <dgm:presLayoutVars>
          <dgm:dir/>
          <dgm:resizeHandles val="exact"/>
        </dgm:presLayoutVars>
      </dgm:prSet>
      <dgm:spPr/>
    </dgm:pt>
    <dgm:pt modelId="{16D8594A-51D8-457D-B671-F1DCEE9FA0DC}" type="pres">
      <dgm:prSet presAssocID="{F8E3E696-C57A-4238-ABB7-2869B78AE694}" presName="node" presStyleLbl="node1" presStyleIdx="0" presStyleCnt="10">
        <dgm:presLayoutVars>
          <dgm:bulletEnabled val="1"/>
        </dgm:presLayoutVars>
      </dgm:prSet>
      <dgm:spPr/>
    </dgm:pt>
    <dgm:pt modelId="{AD06D33A-82E2-4113-9705-7D522DF2558E}" type="pres">
      <dgm:prSet presAssocID="{8258FBBA-585B-4196-9730-4BA6B49EA42E}" presName="sibTrans" presStyleCnt="0"/>
      <dgm:spPr/>
    </dgm:pt>
    <dgm:pt modelId="{57B2BCF6-84A1-44D1-977B-E1494C5E27CB}" type="pres">
      <dgm:prSet presAssocID="{04F301F7-1A4B-47CB-815A-D5FBE0DCE965}" presName="node" presStyleLbl="node1" presStyleIdx="1" presStyleCnt="10">
        <dgm:presLayoutVars>
          <dgm:bulletEnabled val="1"/>
        </dgm:presLayoutVars>
      </dgm:prSet>
      <dgm:spPr/>
    </dgm:pt>
    <dgm:pt modelId="{8CD18A26-7A8D-4D5C-923B-8AD99E771904}" type="pres">
      <dgm:prSet presAssocID="{76ED6029-3504-4EB5-9856-2DD67E14DDC4}" presName="sibTrans" presStyleCnt="0"/>
      <dgm:spPr/>
    </dgm:pt>
    <dgm:pt modelId="{D55FE545-B6C7-4C63-A33D-11BDABE74F1D}" type="pres">
      <dgm:prSet presAssocID="{6F77D1B7-ED08-4B39-94A5-5D0CB12FF523}" presName="node" presStyleLbl="node1" presStyleIdx="2" presStyleCnt="10">
        <dgm:presLayoutVars>
          <dgm:bulletEnabled val="1"/>
        </dgm:presLayoutVars>
      </dgm:prSet>
      <dgm:spPr/>
    </dgm:pt>
    <dgm:pt modelId="{B0D250B9-436D-4F1B-A5E7-11E1E1925E9D}" type="pres">
      <dgm:prSet presAssocID="{03DCAD1E-9724-453B-AA39-82A74B77E5E0}" presName="sibTrans" presStyleCnt="0"/>
      <dgm:spPr/>
    </dgm:pt>
    <dgm:pt modelId="{A335576F-B86E-48A1-B1A8-059C4818DB07}" type="pres">
      <dgm:prSet presAssocID="{BD9CD241-CE88-4116-A878-50652C6CC22A}" presName="node" presStyleLbl="node1" presStyleIdx="3" presStyleCnt="10">
        <dgm:presLayoutVars>
          <dgm:bulletEnabled val="1"/>
        </dgm:presLayoutVars>
      </dgm:prSet>
      <dgm:spPr/>
    </dgm:pt>
    <dgm:pt modelId="{591F2B0D-92E8-4EA1-B423-FC021FF3DC9B}" type="pres">
      <dgm:prSet presAssocID="{77FA014A-5DDF-4ED1-AD26-12E21248FD7F}" presName="sibTrans" presStyleCnt="0"/>
      <dgm:spPr/>
    </dgm:pt>
    <dgm:pt modelId="{86B211E0-D75A-4BBA-A578-372462F9146A}" type="pres">
      <dgm:prSet presAssocID="{4C101743-C567-4AFC-8CBE-4764429D6A5D}" presName="node" presStyleLbl="node1" presStyleIdx="4" presStyleCnt="10">
        <dgm:presLayoutVars>
          <dgm:bulletEnabled val="1"/>
        </dgm:presLayoutVars>
      </dgm:prSet>
      <dgm:spPr/>
    </dgm:pt>
    <dgm:pt modelId="{92CC4BCE-BCA3-447D-A640-429D01809DF2}" type="pres">
      <dgm:prSet presAssocID="{358F2356-993A-4474-8EAC-7D6628ADAB61}" presName="sibTrans" presStyleCnt="0"/>
      <dgm:spPr/>
    </dgm:pt>
    <dgm:pt modelId="{AE00E7C9-9D05-4A78-BD2E-5067396F1D70}" type="pres">
      <dgm:prSet presAssocID="{476C2445-8BE8-4771-B586-1979F0FD4FB4}" presName="node" presStyleLbl="node1" presStyleIdx="5" presStyleCnt="10">
        <dgm:presLayoutVars>
          <dgm:bulletEnabled val="1"/>
        </dgm:presLayoutVars>
      </dgm:prSet>
      <dgm:spPr/>
    </dgm:pt>
    <dgm:pt modelId="{60F03B87-6A5C-4367-BD8D-2DEA346930D8}" type="pres">
      <dgm:prSet presAssocID="{63DDC77E-4417-4E7F-96DA-972D60EE8F4C}" presName="sibTrans" presStyleCnt="0"/>
      <dgm:spPr/>
    </dgm:pt>
    <dgm:pt modelId="{E45BB923-7D58-4F8F-BD8B-16F86DA8AF56}" type="pres">
      <dgm:prSet presAssocID="{5CD66B27-47A0-4833-8795-5AE1FA816336}" presName="node" presStyleLbl="node1" presStyleIdx="6" presStyleCnt="10">
        <dgm:presLayoutVars>
          <dgm:bulletEnabled val="1"/>
        </dgm:presLayoutVars>
      </dgm:prSet>
      <dgm:spPr/>
    </dgm:pt>
    <dgm:pt modelId="{CE4C1312-C16D-42BC-BFBC-A45C871F7FF7}" type="pres">
      <dgm:prSet presAssocID="{A81D22A2-E3C5-40E5-BBD7-53F8D6B0B066}" presName="sibTrans" presStyleCnt="0"/>
      <dgm:spPr/>
    </dgm:pt>
    <dgm:pt modelId="{54BBE2CB-E254-49B3-9983-74CE5E8119E8}" type="pres">
      <dgm:prSet presAssocID="{E5472016-4250-456B-B44A-CB84E2ECBC7D}" presName="node" presStyleLbl="node1" presStyleIdx="7" presStyleCnt="10">
        <dgm:presLayoutVars>
          <dgm:bulletEnabled val="1"/>
        </dgm:presLayoutVars>
      </dgm:prSet>
      <dgm:spPr/>
    </dgm:pt>
    <dgm:pt modelId="{E4E19C7E-4462-49B6-A869-57372A74E9A1}" type="pres">
      <dgm:prSet presAssocID="{58908EB8-147F-4264-8257-3885D2F0F524}" presName="sibTrans" presStyleCnt="0"/>
      <dgm:spPr/>
    </dgm:pt>
    <dgm:pt modelId="{02EA0E97-68BD-40E4-AB02-B0EB637BA781}" type="pres">
      <dgm:prSet presAssocID="{DCE52725-0788-4425-932C-6AD661F5A329}" presName="node" presStyleLbl="node1" presStyleIdx="8" presStyleCnt="10">
        <dgm:presLayoutVars>
          <dgm:bulletEnabled val="1"/>
        </dgm:presLayoutVars>
      </dgm:prSet>
      <dgm:spPr/>
    </dgm:pt>
    <dgm:pt modelId="{E7A72F2D-9AA2-4B87-BD67-498388A04CD9}" type="pres">
      <dgm:prSet presAssocID="{603CA2D6-402F-452B-A29B-FFC7BF4FB833}" presName="sibTrans" presStyleCnt="0"/>
      <dgm:spPr/>
    </dgm:pt>
    <dgm:pt modelId="{52D83E47-540C-482F-B18D-AC93D3A40FFE}" type="pres">
      <dgm:prSet presAssocID="{ED2DD396-1247-43CF-8AB5-85BE193F46CF}" presName="node" presStyleLbl="node1" presStyleIdx="9" presStyleCnt="10">
        <dgm:presLayoutVars>
          <dgm:bulletEnabled val="1"/>
        </dgm:presLayoutVars>
      </dgm:prSet>
      <dgm:spPr/>
    </dgm:pt>
  </dgm:ptLst>
  <dgm:cxnLst>
    <dgm:cxn modelId="{4B5ED903-A918-4FC3-A6D0-80211604764E}" type="presOf" srcId="{476C2445-8BE8-4771-B586-1979F0FD4FB4}" destId="{AE00E7C9-9D05-4A78-BD2E-5067396F1D70}" srcOrd="0" destOrd="0" presId="urn:microsoft.com/office/officeart/2005/8/layout/default"/>
    <dgm:cxn modelId="{216BCB0C-6CBD-4B20-9D98-1901A1D4ED47}" srcId="{4E935B2C-AEC8-4568-8665-2F1195CF3228}" destId="{ED2DD396-1247-43CF-8AB5-85BE193F46CF}" srcOrd="9" destOrd="0" parTransId="{5276CB67-2436-419B-A273-8DC233CB8679}" sibTransId="{BB80209F-7042-438A-9F24-499BF7873CA7}"/>
    <dgm:cxn modelId="{9128C30F-CC5B-4164-866E-0ECB0EB92B31}" srcId="{4E935B2C-AEC8-4568-8665-2F1195CF3228}" destId="{E5472016-4250-456B-B44A-CB84E2ECBC7D}" srcOrd="7" destOrd="0" parTransId="{258E1F75-2C54-4868-BD4D-183DC90C19C9}" sibTransId="{58908EB8-147F-4264-8257-3885D2F0F524}"/>
    <dgm:cxn modelId="{4743D016-DACC-494B-919F-FA053FDE9A3A}" type="presOf" srcId="{5CD66B27-47A0-4833-8795-5AE1FA816336}" destId="{E45BB923-7D58-4F8F-BD8B-16F86DA8AF56}" srcOrd="0" destOrd="0" presId="urn:microsoft.com/office/officeart/2005/8/layout/default"/>
    <dgm:cxn modelId="{EAC8261D-74A4-40FA-8098-EEA3F8EC9E33}" srcId="{4E935B2C-AEC8-4568-8665-2F1195CF3228}" destId="{F8E3E696-C57A-4238-ABB7-2869B78AE694}" srcOrd="0" destOrd="0" parTransId="{F52F4EE2-B6D8-455F-BED1-B9F11EF78ADA}" sibTransId="{8258FBBA-585B-4196-9730-4BA6B49EA42E}"/>
    <dgm:cxn modelId="{2AB29727-26D1-4773-999E-2E9F9C9C6FD6}" srcId="{4E935B2C-AEC8-4568-8665-2F1195CF3228}" destId="{BD9CD241-CE88-4116-A878-50652C6CC22A}" srcOrd="3" destOrd="0" parTransId="{5628BDD3-F911-48D3-93E5-F705CB717461}" sibTransId="{77FA014A-5DDF-4ED1-AD26-12E21248FD7F}"/>
    <dgm:cxn modelId="{CD30C133-5933-4491-AE54-73DCEA4C4046}" srcId="{4E935B2C-AEC8-4568-8665-2F1195CF3228}" destId="{476C2445-8BE8-4771-B586-1979F0FD4FB4}" srcOrd="5" destOrd="0" parTransId="{2AFD6814-E5C8-4F4D-9D99-159DA0CD5467}" sibTransId="{63DDC77E-4417-4E7F-96DA-972D60EE8F4C}"/>
    <dgm:cxn modelId="{16014E5B-0942-4BFB-966B-62D93823DD03}" srcId="{4E935B2C-AEC8-4568-8665-2F1195CF3228}" destId="{4C101743-C567-4AFC-8CBE-4764429D6A5D}" srcOrd="4" destOrd="0" parTransId="{6F003EB8-8ED7-485C-9707-43DB7631E33C}" sibTransId="{358F2356-993A-4474-8EAC-7D6628ADAB61}"/>
    <dgm:cxn modelId="{7971C25B-A39E-477D-B663-1AC39B549E82}" type="presOf" srcId="{4C101743-C567-4AFC-8CBE-4764429D6A5D}" destId="{86B211E0-D75A-4BBA-A578-372462F9146A}" srcOrd="0" destOrd="0" presId="urn:microsoft.com/office/officeart/2005/8/layout/default"/>
    <dgm:cxn modelId="{44DDBE47-FCC2-484F-98FE-D191B1DC74E8}" type="presOf" srcId="{4E935B2C-AEC8-4568-8665-2F1195CF3228}" destId="{B4A84E2C-D18C-4BB1-A110-2734663513EF}" srcOrd="0" destOrd="0" presId="urn:microsoft.com/office/officeart/2005/8/layout/default"/>
    <dgm:cxn modelId="{D58F474B-F228-4E30-8D6F-001B5AB61AA0}" srcId="{4E935B2C-AEC8-4568-8665-2F1195CF3228}" destId="{DCE52725-0788-4425-932C-6AD661F5A329}" srcOrd="8" destOrd="0" parTransId="{F6CEC19E-0C3A-48E7-BCBC-1C71FD32D698}" sibTransId="{603CA2D6-402F-452B-A29B-FFC7BF4FB833}"/>
    <dgm:cxn modelId="{65CA024D-373F-41AF-AD84-B0AEFFD148EB}" type="presOf" srcId="{ED2DD396-1247-43CF-8AB5-85BE193F46CF}" destId="{52D83E47-540C-482F-B18D-AC93D3A40FFE}" srcOrd="0" destOrd="0" presId="urn:microsoft.com/office/officeart/2005/8/layout/default"/>
    <dgm:cxn modelId="{0183CF50-285B-492B-8867-FE6252D3A19A}" type="presOf" srcId="{04F301F7-1A4B-47CB-815A-D5FBE0DCE965}" destId="{57B2BCF6-84A1-44D1-977B-E1494C5E27CB}" srcOrd="0" destOrd="0" presId="urn:microsoft.com/office/officeart/2005/8/layout/default"/>
    <dgm:cxn modelId="{08C01877-F32D-409C-91F3-3EBC828AA596}" type="presOf" srcId="{DCE52725-0788-4425-932C-6AD661F5A329}" destId="{02EA0E97-68BD-40E4-AB02-B0EB637BA781}" srcOrd="0" destOrd="0" presId="urn:microsoft.com/office/officeart/2005/8/layout/default"/>
    <dgm:cxn modelId="{B58F6B87-4C93-4DA8-8536-10149BEDEB5F}" type="presOf" srcId="{BD9CD241-CE88-4116-A878-50652C6CC22A}" destId="{A335576F-B86E-48A1-B1A8-059C4818DB07}" srcOrd="0" destOrd="0" presId="urn:microsoft.com/office/officeart/2005/8/layout/default"/>
    <dgm:cxn modelId="{B1A1CEB3-70C6-4610-BC3A-B2AC9B3F48A4}" type="presOf" srcId="{F8E3E696-C57A-4238-ABB7-2869B78AE694}" destId="{16D8594A-51D8-457D-B671-F1DCEE9FA0DC}" srcOrd="0" destOrd="0" presId="urn:microsoft.com/office/officeart/2005/8/layout/default"/>
    <dgm:cxn modelId="{C43E03CE-F0B4-4781-8F0D-9CE2E54B0920}" srcId="{4E935B2C-AEC8-4568-8665-2F1195CF3228}" destId="{04F301F7-1A4B-47CB-815A-D5FBE0DCE965}" srcOrd="1" destOrd="0" parTransId="{C203636B-936A-4CA0-901E-78A5B0CDDE99}" sibTransId="{76ED6029-3504-4EB5-9856-2DD67E14DDC4}"/>
    <dgm:cxn modelId="{B34422CE-AC90-458F-9569-4CD351048436}" srcId="{4E935B2C-AEC8-4568-8665-2F1195CF3228}" destId="{6F77D1B7-ED08-4B39-94A5-5D0CB12FF523}" srcOrd="2" destOrd="0" parTransId="{7D5104D1-0438-413F-B245-0C53E6C5CA21}" sibTransId="{03DCAD1E-9724-453B-AA39-82A74B77E5E0}"/>
    <dgm:cxn modelId="{3B7FF9DC-BB3C-4508-9FFB-E5580B110FE0}" srcId="{4E935B2C-AEC8-4568-8665-2F1195CF3228}" destId="{5CD66B27-47A0-4833-8795-5AE1FA816336}" srcOrd="6" destOrd="0" parTransId="{F4BD9FF8-A76A-4E04-A6EE-05B2851E492F}" sibTransId="{A81D22A2-E3C5-40E5-BBD7-53F8D6B0B066}"/>
    <dgm:cxn modelId="{9C1DB7DF-4EEC-42A0-BFBE-38B142DE38D3}" type="presOf" srcId="{E5472016-4250-456B-B44A-CB84E2ECBC7D}" destId="{54BBE2CB-E254-49B3-9983-74CE5E8119E8}" srcOrd="0" destOrd="0" presId="urn:microsoft.com/office/officeart/2005/8/layout/default"/>
    <dgm:cxn modelId="{5BC614E2-922D-44FD-8D66-696A9036D7F4}" type="presOf" srcId="{6F77D1B7-ED08-4B39-94A5-5D0CB12FF523}" destId="{D55FE545-B6C7-4C63-A33D-11BDABE74F1D}" srcOrd="0" destOrd="0" presId="urn:microsoft.com/office/officeart/2005/8/layout/default"/>
    <dgm:cxn modelId="{1385D125-71CB-4AC5-A051-C8ADFCF79CEC}" type="presParOf" srcId="{B4A84E2C-D18C-4BB1-A110-2734663513EF}" destId="{16D8594A-51D8-457D-B671-F1DCEE9FA0DC}" srcOrd="0" destOrd="0" presId="urn:microsoft.com/office/officeart/2005/8/layout/default"/>
    <dgm:cxn modelId="{EFA9AE40-CAAA-4822-B3B8-33D098910B46}" type="presParOf" srcId="{B4A84E2C-D18C-4BB1-A110-2734663513EF}" destId="{AD06D33A-82E2-4113-9705-7D522DF2558E}" srcOrd="1" destOrd="0" presId="urn:microsoft.com/office/officeart/2005/8/layout/default"/>
    <dgm:cxn modelId="{96AA8299-DC16-4D95-BDB0-3970CADB8555}" type="presParOf" srcId="{B4A84E2C-D18C-4BB1-A110-2734663513EF}" destId="{57B2BCF6-84A1-44D1-977B-E1494C5E27CB}" srcOrd="2" destOrd="0" presId="urn:microsoft.com/office/officeart/2005/8/layout/default"/>
    <dgm:cxn modelId="{42404979-EEC6-4F96-9CC6-81ECB36DFEC8}" type="presParOf" srcId="{B4A84E2C-D18C-4BB1-A110-2734663513EF}" destId="{8CD18A26-7A8D-4D5C-923B-8AD99E771904}" srcOrd="3" destOrd="0" presId="urn:microsoft.com/office/officeart/2005/8/layout/default"/>
    <dgm:cxn modelId="{A33F9906-9A4F-49E3-A89B-B6FC1F8FDA68}" type="presParOf" srcId="{B4A84E2C-D18C-4BB1-A110-2734663513EF}" destId="{D55FE545-B6C7-4C63-A33D-11BDABE74F1D}" srcOrd="4" destOrd="0" presId="urn:microsoft.com/office/officeart/2005/8/layout/default"/>
    <dgm:cxn modelId="{32BBD02F-3A80-4A66-A1CD-F3F80BDDCD09}" type="presParOf" srcId="{B4A84E2C-D18C-4BB1-A110-2734663513EF}" destId="{B0D250B9-436D-4F1B-A5E7-11E1E1925E9D}" srcOrd="5" destOrd="0" presId="urn:microsoft.com/office/officeart/2005/8/layout/default"/>
    <dgm:cxn modelId="{F5ABDA38-AD88-4CAC-BBE1-8F11E5549A7C}" type="presParOf" srcId="{B4A84E2C-D18C-4BB1-A110-2734663513EF}" destId="{A335576F-B86E-48A1-B1A8-059C4818DB07}" srcOrd="6" destOrd="0" presId="urn:microsoft.com/office/officeart/2005/8/layout/default"/>
    <dgm:cxn modelId="{1E3CF8C0-72BE-4FFF-AAE0-87063E571FF1}" type="presParOf" srcId="{B4A84E2C-D18C-4BB1-A110-2734663513EF}" destId="{591F2B0D-92E8-4EA1-B423-FC021FF3DC9B}" srcOrd="7" destOrd="0" presId="urn:microsoft.com/office/officeart/2005/8/layout/default"/>
    <dgm:cxn modelId="{9D78DB60-85C1-42E9-8280-634A859AFA45}" type="presParOf" srcId="{B4A84E2C-D18C-4BB1-A110-2734663513EF}" destId="{86B211E0-D75A-4BBA-A578-372462F9146A}" srcOrd="8" destOrd="0" presId="urn:microsoft.com/office/officeart/2005/8/layout/default"/>
    <dgm:cxn modelId="{28A2539E-8B3A-422A-AAC6-CBE319F78E91}" type="presParOf" srcId="{B4A84E2C-D18C-4BB1-A110-2734663513EF}" destId="{92CC4BCE-BCA3-447D-A640-429D01809DF2}" srcOrd="9" destOrd="0" presId="urn:microsoft.com/office/officeart/2005/8/layout/default"/>
    <dgm:cxn modelId="{1DD88120-6998-4571-B235-FBF749A343BF}" type="presParOf" srcId="{B4A84E2C-D18C-4BB1-A110-2734663513EF}" destId="{AE00E7C9-9D05-4A78-BD2E-5067396F1D70}" srcOrd="10" destOrd="0" presId="urn:microsoft.com/office/officeart/2005/8/layout/default"/>
    <dgm:cxn modelId="{BCEEF520-AD19-44AF-B5ED-8082B368DE58}" type="presParOf" srcId="{B4A84E2C-D18C-4BB1-A110-2734663513EF}" destId="{60F03B87-6A5C-4367-BD8D-2DEA346930D8}" srcOrd="11" destOrd="0" presId="urn:microsoft.com/office/officeart/2005/8/layout/default"/>
    <dgm:cxn modelId="{F9791587-4414-4441-BA34-48A4BB76547D}" type="presParOf" srcId="{B4A84E2C-D18C-4BB1-A110-2734663513EF}" destId="{E45BB923-7D58-4F8F-BD8B-16F86DA8AF56}" srcOrd="12" destOrd="0" presId="urn:microsoft.com/office/officeart/2005/8/layout/default"/>
    <dgm:cxn modelId="{833C589D-CE6B-497B-B0EF-D319890DFB5E}" type="presParOf" srcId="{B4A84E2C-D18C-4BB1-A110-2734663513EF}" destId="{CE4C1312-C16D-42BC-BFBC-A45C871F7FF7}" srcOrd="13" destOrd="0" presId="urn:microsoft.com/office/officeart/2005/8/layout/default"/>
    <dgm:cxn modelId="{C457CD8A-A5A2-4F06-A9DC-251BAD0ED10A}" type="presParOf" srcId="{B4A84E2C-D18C-4BB1-A110-2734663513EF}" destId="{54BBE2CB-E254-49B3-9983-74CE5E8119E8}" srcOrd="14" destOrd="0" presId="urn:microsoft.com/office/officeart/2005/8/layout/default"/>
    <dgm:cxn modelId="{C5B36BED-BFDE-47C2-82FA-E4A5B9F3280A}" type="presParOf" srcId="{B4A84E2C-D18C-4BB1-A110-2734663513EF}" destId="{E4E19C7E-4462-49B6-A869-57372A74E9A1}" srcOrd="15" destOrd="0" presId="urn:microsoft.com/office/officeart/2005/8/layout/default"/>
    <dgm:cxn modelId="{35B949B4-DE5E-4218-B958-2FC60EEFCC4B}" type="presParOf" srcId="{B4A84E2C-D18C-4BB1-A110-2734663513EF}" destId="{02EA0E97-68BD-40E4-AB02-B0EB637BA781}" srcOrd="16" destOrd="0" presId="urn:microsoft.com/office/officeart/2005/8/layout/default"/>
    <dgm:cxn modelId="{CE303EA7-AEB6-4B1E-B2C3-FED3BA68B749}" type="presParOf" srcId="{B4A84E2C-D18C-4BB1-A110-2734663513EF}" destId="{E7A72F2D-9AA2-4B87-BD67-498388A04CD9}" srcOrd="17" destOrd="0" presId="urn:microsoft.com/office/officeart/2005/8/layout/default"/>
    <dgm:cxn modelId="{5774B343-74A4-4103-9742-C23B41B80E6C}" type="presParOf" srcId="{B4A84E2C-D18C-4BB1-A110-2734663513EF}" destId="{52D83E47-540C-482F-B18D-AC93D3A40FFE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E935B2C-AEC8-4568-8665-2F1195CF322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D2DD396-1247-43CF-8AB5-85BE193F46CF}">
      <dgm:prSet phldr="0"/>
      <dgm:spPr/>
      <dgm:t>
        <a:bodyPr/>
        <a:lstStyle/>
        <a:p>
          <a:r>
            <a:rPr lang="en-US"/>
            <a:t>22:00 - dorme</a:t>
          </a:r>
        </a:p>
      </dgm:t>
    </dgm:pt>
    <dgm:pt modelId="{5276CB67-2436-419B-A273-8DC233CB8679}" type="parTrans" cxnId="{216BCB0C-6CBD-4B20-9D98-1901A1D4ED47}">
      <dgm:prSet/>
      <dgm:spPr/>
      <dgm:t>
        <a:bodyPr/>
        <a:lstStyle/>
        <a:p>
          <a:endParaRPr lang="en-US"/>
        </a:p>
      </dgm:t>
    </dgm:pt>
    <dgm:pt modelId="{BB80209F-7042-438A-9F24-499BF7873CA7}" type="sibTrans" cxnId="{216BCB0C-6CBD-4B20-9D98-1901A1D4ED47}">
      <dgm:prSet/>
      <dgm:spPr/>
      <dgm:t>
        <a:bodyPr/>
        <a:lstStyle/>
        <a:p>
          <a:endParaRPr lang="en-US"/>
        </a:p>
      </dgm:t>
    </dgm:pt>
    <dgm:pt modelId="{855CA5DB-3391-44BD-8F39-9F9170FC324F}">
      <dgm:prSet phldr="0"/>
      <dgm:spPr/>
      <dgm:t>
        <a:bodyPr/>
        <a:lstStyle/>
        <a:p>
          <a:pPr algn="l" rtl="0"/>
          <a:r>
            <a:rPr lang="en-US"/>
            <a:t>05:06 - Acorda</a:t>
          </a:r>
          <a:endParaRPr lang="en-US">
            <a:latin typeface="Calibri Light" panose="020F0302020204030204"/>
          </a:endParaRPr>
        </a:p>
      </dgm:t>
    </dgm:pt>
    <dgm:pt modelId="{FD3099D4-DBD3-4737-9376-2ABC4299BB20}" type="parTrans" cxnId="{2D501D16-DB5B-4CF7-AC3C-A464B0501FCE}">
      <dgm:prSet/>
      <dgm:spPr/>
    </dgm:pt>
    <dgm:pt modelId="{1A52EEE9-29B0-4C33-81ED-442DE29437FB}" type="sibTrans" cxnId="{2D501D16-DB5B-4CF7-AC3C-A464B0501FCE}">
      <dgm:prSet/>
      <dgm:spPr/>
    </dgm:pt>
    <dgm:pt modelId="{E921C2A8-D95F-4D69-9079-43F231A713A9}">
      <dgm:prSet phldr="0"/>
      <dgm:spPr/>
      <dgm:t>
        <a:bodyPr/>
        <a:lstStyle/>
        <a:p>
          <a:pPr algn="l"/>
          <a:r>
            <a:rPr lang="en-US"/>
            <a:t>05:30 - cafe da manha </a:t>
          </a:r>
        </a:p>
      </dgm:t>
    </dgm:pt>
    <dgm:pt modelId="{090B191F-9C2D-427D-965E-038BD911A64D}" type="parTrans" cxnId="{F31BDC00-AF7E-4CA9-AF6B-4E5FEEF2FC37}">
      <dgm:prSet/>
      <dgm:spPr/>
    </dgm:pt>
    <dgm:pt modelId="{41DA4E61-86F0-4B02-B3FD-1EA36034884C}" type="sibTrans" cxnId="{F31BDC00-AF7E-4CA9-AF6B-4E5FEEF2FC37}">
      <dgm:prSet/>
      <dgm:spPr/>
    </dgm:pt>
    <dgm:pt modelId="{D4250953-701C-484D-9C43-CAEC18F07AF8}">
      <dgm:prSet phldr="0"/>
      <dgm:spPr/>
      <dgm:t>
        <a:bodyPr/>
        <a:lstStyle/>
        <a:p>
          <a:pPr algn="l"/>
          <a:r>
            <a:rPr lang="en-US"/>
            <a:t>06:00 - Academia</a:t>
          </a:r>
        </a:p>
      </dgm:t>
    </dgm:pt>
    <dgm:pt modelId="{3624ED6C-79C1-454E-A03E-85BFFD359D96}" type="parTrans" cxnId="{40321600-E21B-42F3-91CF-7C5F1722571F}">
      <dgm:prSet/>
      <dgm:spPr/>
    </dgm:pt>
    <dgm:pt modelId="{87E4842D-C13D-46EC-964D-C86B006085F0}" type="sibTrans" cxnId="{40321600-E21B-42F3-91CF-7C5F1722571F}">
      <dgm:prSet/>
      <dgm:spPr/>
    </dgm:pt>
    <dgm:pt modelId="{F9DA6DBB-D19D-4C66-B132-1D5058699E4C}">
      <dgm:prSet phldr="0"/>
      <dgm:spPr/>
      <dgm:t>
        <a:bodyPr/>
        <a:lstStyle/>
        <a:p>
          <a:pPr algn="l"/>
          <a:r>
            <a:rPr lang="en-US"/>
            <a:t>07:00 - Prepara a sua palestra</a:t>
          </a:r>
        </a:p>
      </dgm:t>
    </dgm:pt>
    <dgm:pt modelId="{584C76F5-DD8F-48F1-81DC-C3B400E250DD}" type="parTrans" cxnId="{112C62DC-1772-420E-BF5D-A1FD7DDF9611}">
      <dgm:prSet/>
      <dgm:spPr/>
    </dgm:pt>
    <dgm:pt modelId="{90FEDDA3-2F68-4691-91D1-560013DB8FAF}" type="sibTrans" cxnId="{112C62DC-1772-420E-BF5D-A1FD7DDF9611}">
      <dgm:prSet/>
      <dgm:spPr/>
    </dgm:pt>
    <dgm:pt modelId="{6E01214F-B99E-4323-A021-FCE0AE9AFF5C}">
      <dgm:prSet phldr="0"/>
      <dgm:spPr/>
      <dgm:t>
        <a:bodyPr/>
        <a:lstStyle/>
        <a:p>
          <a:pPr algn="l"/>
          <a:r>
            <a:rPr lang="en-US"/>
            <a:t>08:00 - Se desloca para o local da paleastra</a:t>
          </a:r>
        </a:p>
      </dgm:t>
    </dgm:pt>
    <dgm:pt modelId="{EADA7FD4-91C2-413D-9B9C-8AABA67C35E4}" type="parTrans" cxnId="{FAF53FDF-1321-4DF3-BCA0-FEAE904B972B}">
      <dgm:prSet/>
      <dgm:spPr/>
    </dgm:pt>
    <dgm:pt modelId="{25132D6C-71DB-44C3-BDDB-6608F4C54FAF}" type="sibTrans" cxnId="{FAF53FDF-1321-4DF3-BCA0-FEAE904B972B}">
      <dgm:prSet/>
      <dgm:spPr/>
    </dgm:pt>
    <dgm:pt modelId="{D799D452-6FCE-4D69-A094-56BC9413057B}">
      <dgm:prSet phldr="0"/>
      <dgm:spPr/>
      <dgm:t>
        <a:bodyPr/>
        <a:lstStyle/>
        <a:p>
          <a:pPr algn="l"/>
          <a:r>
            <a:rPr lang="en-US"/>
            <a:t>09:15 - </a:t>
          </a:r>
          <a:r>
            <a:rPr lang="en-US" err="1"/>
            <a:t>Inicia</a:t>
          </a:r>
          <a:r>
            <a:rPr lang="en-US"/>
            <a:t> a palestra</a:t>
          </a:r>
        </a:p>
      </dgm:t>
    </dgm:pt>
    <dgm:pt modelId="{8426F071-8931-46F3-83DF-461BAE3B0618}" type="parTrans" cxnId="{33CCDFE5-B6BB-4B7F-906A-0084CEAE4B0B}">
      <dgm:prSet/>
      <dgm:spPr/>
    </dgm:pt>
    <dgm:pt modelId="{1BFE43F5-646F-4D13-9CF4-A8425F4855CD}" type="sibTrans" cxnId="{33CCDFE5-B6BB-4B7F-906A-0084CEAE4B0B}">
      <dgm:prSet/>
      <dgm:spPr/>
    </dgm:pt>
    <dgm:pt modelId="{9AAE7FF8-7A61-441D-8DCA-96E904DE379B}">
      <dgm:prSet phldr="0"/>
      <dgm:spPr/>
      <dgm:t>
        <a:bodyPr/>
        <a:lstStyle/>
        <a:p>
          <a:pPr algn="l"/>
          <a:r>
            <a:rPr lang="en-US"/>
            <a:t>10:30 - Termina a palestra</a:t>
          </a:r>
        </a:p>
      </dgm:t>
    </dgm:pt>
    <dgm:pt modelId="{1A967A8C-FB33-4C68-A36B-38F9181210FE}" type="parTrans" cxnId="{7EB70C1C-514C-4451-87D4-2F23B18EE7F0}">
      <dgm:prSet/>
      <dgm:spPr/>
    </dgm:pt>
    <dgm:pt modelId="{3E0BE223-E227-47ED-9A88-EE3B686889F8}" type="sibTrans" cxnId="{7EB70C1C-514C-4451-87D4-2F23B18EE7F0}">
      <dgm:prSet/>
      <dgm:spPr/>
    </dgm:pt>
    <dgm:pt modelId="{3D3A6776-4146-43C7-A5E9-CF932D0712A1}">
      <dgm:prSet phldr="0"/>
      <dgm:spPr/>
      <dgm:t>
        <a:bodyPr/>
        <a:lstStyle/>
        <a:p>
          <a:pPr algn="l"/>
          <a:r>
            <a:rPr lang="en-US"/>
            <a:t>10:45 - </a:t>
          </a:r>
          <a:r>
            <a:rPr lang="en-US" err="1"/>
            <a:t>vai</a:t>
          </a:r>
          <a:r>
            <a:rPr lang="en-US"/>
            <a:t> para sua empresa</a:t>
          </a:r>
        </a:p>
      </dgm:t>
    </dgm:pt>
    <dgm:pt modelId="{76EA5C51-D448-4D97-AC72-EB4C3129370B}" type="parTrans" cxnId="{98D0DEA3-A8CF-4386-A063-BA476F60081F}">
      <dgm:prSet/>
      <dgm:spPr/>
    </dgm:pt>
    <dgm:pt modelId="{C31A83F3-86C6-4B17-925F-9EA136D101C6}" type="sibTrans" cxnId="{98D0DEA3-A8CF-4386-A063-BA476F60081F}">
      <dgm:prSet/>
      <dgm:spPr/>
    </dgm:pt>
    <dgm:pt modelId="{A05DB0E4-56CC-4C4F-952B-EEBAD5A2B902}">
      <dgm:prSet phldr="0"/>
      <dgm:spPr/>
      <dgm:t>
        <a:bodyPr/>
        <a:lstStyle/>
        <a:p>
          <a:pPr algn="l"/>
          <a:r>
            <a:rPr lang="en-US"/>
            <a:t>13:00 - </a:t>
          </a:r>
          <a:r>
            <a:rPr lang="en-US" err="1"/>
            <a:t>Almoça</a:t>
          </a:r>
          <a:r>
            <a:rPr lang="en-US"/>
            <a:t> em sua empresa</a:t>
          </a:r>
        </a:p>
      </dgm:t>
    </dgm:pt>
    <dgm:pt modelId="{49E363A3-A4B4-4813-A9EE-9139ACB923F7}" type="parTrans" cxnId="{FE0C420D-7BE7-4ABF-970A-20E21D23AFD7}">
      <dgm:prSet/>
      <dgm:spPr/>
    </dgm:pt>
    <dgm:pt modelId="{ABBECD4F-7BC9-4523-9B18-753B1DEE6DDE}" type="sibTrans" cxnId="{FE0C420D-7BE7-4ABF-970A-20E21D23AFD7}">
      <dgm:prSet/>
      <dgm:spPr/>
    </dgm:pt>
    <dgm:pt modelId="{5915ECEA-070E-476F-9C02-2283B2A5BA67}">
      <dgm:prSet phldr="0"/>
      <dgm:spPr/>
      <dgm:t>
        <a:bodyPr/>
        <a:lstStyle/>
        <a:p>
          <a:pPr algn="l"/>
          <a:r>
            <a:rPr lang="en-US"/>
            <a:t>16:15 - </a:t>
          </a:r>
          <a:r>
            <a:rPr lang="en-US" err="1"/>
            <a:t>Retorna</a:t>
          </a:r>
          <a:r>
            <a:rPr lang="en-US"/>
            <a:t> a sua residencia</a:t>
          </a:r>
        </a:p>
      </dgm:t>
    </dgm:pt>
    <dgm:pt modelId="{3E05C681-9E8A-418E-B2A4-97D462E902B5}" type="parTrans" cxnId="{50DB6368-6E72-4CAA-AE61-81AA043F0F6A}">
      <dgm:prSet/>
      <dgm:spPr/>
    </dgm:pt>
    <dgm:pt modelId="{6C9A1C66-8DF3-4BE6-8AF1-F57C159B18EE}" type="sibTrans" cxnId="{50DB6368-6E72-4CAA-AE61-81AA043F0F6A}">
      <dgm:prSet/>
      <dgm:spPr/>
    </dgm:pt>
    <dgm:pt modelId="{0A6E655B-A7B5-46C8-8E09-BDFB98FE8C5C}">
      <dgm:prSet phldr="0"/>
      <dgm:spPr/>
      <dgm:t>
        <a:bodyPr/>
        <a:lstStyle/>
        <a:p>
          <a:pPr algn="l"/>
          <a:r>
            <a:rPr lang="en-US">
              <a:solidFill>
                <a:srgbClr val="DB0853"/>
              </a:solidFill>
            </a:rPr>
            <a:t>16:30 - Passa um tempo com o filho jogando MageMat para estudar matematica juntos</a:t>
          </a:r>
        </a:p>
      </dgm:t>
    </dgm:pt>
    <dgm:pt modelId="{AFD9C815-4EAD-4588-87D3-13FE4D1689AB}" type="parTrans" cxnId="{BEC0DD38-B4CB-42ED-BD5F-6E5245110934}">
      <dgm:prSet/>
      <dgm:spPr/>
    </dgm:pt>
    <dgm:pt modelId="{8C82BAC6-4CDD-43F5-A446-DE851F8FC038}" type="sibTrans" cxnId="{BEC0DD38-B4CB-42ED-BD5F-6E5245110934}">
      <dgm:prSet/>
      <dgm:spPr/>
    </dgm:pt>
    <dgm:pt modelId="{3089D717-4EA3-41CA-B4D9-70DB568E9B10}">
      <dgm:prSet phldr="0"/>
      <dgm:spPr/>
      <dgm:t>
        <a:bodyPr/>
        <a:lstStyle/>
        <a:p>
          <a:pPr algn="l"/>
          <a:r>
            <a:rPr lang="en-US"/>
            <a:t>17:45 - Yoga</a:t>
          </a:r>
        </a:p>
      </dgm:t>
    </dgm:pt>
    <dgm:pt modelId="{93B8233C-E00A-49F1-B0B8-E2DCB5F427F1}" type="parTrans" cxnId="{AB985A2F-94BC-4305-B191-8F018FEBA7B1}">
      <dgm:prSet/>
      <dgm:spPr/>
    </dgm:pt>
    <dgm:pt modelId="{716B7393-2914-416D-91A0-F5E658198ADF}" type="sibTrans" cxnId="{AB985A2F-94BC-4305-B191-8F018FEBA7B1}">
      <dgm:prSet/>
      <dgm:spPr/>
    </dgm:pt>
    <dgm:pt modelId="{A97543B0-E1D0-43A4-B119-C055BBA9DE66}">
      <dgm:prSet phldr="0"/>
      <dgm:spPr/>
      <dgm:t>
        <a:bodyPr/>
        <a:lstStyle/>
        <a:p>
          <a:pPr algn="l"/>
          <a:r>
            <a:rPr lang="en-US"/>
            <a:t>19:00 - </a:t>
          </a:r>
          <a:r>
            <a:rPr lang="en-US" err="1"/>
            <a:t>janta</a:t>
          </a:r>
        </a:p>
      </dgm:t>
    </dgm:pt>
    <dgm:pt modelId="{A9C21748-2621-41F2-AE2C-DF249B2880F9}" type="parTrans" cxnId="{17ACD03B-29AA-4E8C-82D8-88F7E0BBE622}">
      <dgm:prSet/>
      <dgm:spPr/>
    </dgm:pt>
    <dgm:pt modelId="{62BB762D-D6AF-41A2-A51E-B663AFAA8AE1}" type="sibTrans" cxnId="{17ACD03B-29AA-4E8C-82D8-88F7E0BBE622}">
      <dgm:prSet/>
      <dgm:spPr/>
    </dgm:pt>
    <dgm:pt modelId="{C52449ED-040A-4705-A325-DFFC1F5903C1}">
      <dgm:prSet phldr="0"/>
      <dgm:spPr/>
      <dgm:t>
        <a:bodyPr/>
        <a:lstStyle/>
        <a:p>
          <a:pPr algn="l" rtl="0"/>
          <a:r>
            <a:rPr lang="en-US"/>
            <a:t>19:50 </a:t>
          </a:r>
          <a:r>
            <a:rPr lang="en-US">
              <a:latin typeface="Calibri Light" panose="020F0302020204030204"/>
            </a:rPr>
            <a:t>–</a:t>
          </a:r>
          <a:r>
            <a:rPr lang="en-US"/>
            <a:t> </a:t>
          </a:r>
          <a:r>
            <a:rPr lang="en-US">
              <a:latin typeface="Calibri Light" panose="020F0302020204030204"/>
            </a:rPr>
            <a:t>brinca com</a:t>
          </a:r>
          <a:r>
            <a:rPr lang="en-US"/>
            <a:t> </a:t>
          </a:r>
          <a:r>
            <a:rPr lang="en-US" err="1"/>
            <a:t>seus</a:t>
          </a:r>
          <a:r>
            <a:rPr lang="en-US"/>
            <a:t> </a:t>
          </a:r>
          <a:r>
            <a:rPr lang="en-US" err="1"/>
            <a:t>filhos</a:t>
          </a:r>
          <a:endParaRPr lang="en-US"/>
        </a:p>
      </dgm:t>
    </dgm:pt>
    <dgm:pt modelId="{DE55BEF9-17BC-4882-A95E-68359E179B1D}" type="parTrans" cxnId="{4099A9C6-9A50-4239-BDBE-FC003E4F9BA5}">
      <dgm:prSet/>
      <dgm:spPr/>
    </dgm:pt>
    <dgm:pt modelId="{4809D728-0FC3-4855-B2E8-365CA05A8BE8}" type="sibTrans" cxnId="{4099A9C6-9A50-4239-BDBE-FC003E4F9BA5}">
      <dgm:prSet/>
      <dgm:spPr/>
    </dgm:pt>
    <dgm:pt modelId="{8CFC6ACD-F8E6-44C3-87FF-8B8C8E0785E0}">
      <dgm:prSet phldr="0"/>
      <dgm:spPr/>
      <dgm:t>
        <a:bodyPr/>
        <a:lstStyle/>
        <a:p>
          <a:pPr algn="l"/>
          <a:r>
            <a:rPr lang="en-US"/>
            <a:t>20:30 - Faz o planejamento do dia seguinte</a:t>
          </a:r>
        </a:p>
      </dgm:t>
    </dgm:pt>
    <dgm:pt modelId="{A56E50BE-7219-46BE-87A3-0109A3AD6501}" type="parTrans" cxnId="{33C76B9E-025B-4BD5-8D47-7F613C982F57}">
      <dgm:prSet/>
      <dgm:spPr/>
    </dgm:pt>
    <dgm:pt modelId="{DC0CE786-8911-46ED-B8EC-DE1374E303C8}" type="sibTrans" cxnId="{33C76B9E-025B-4BD5-8D47-7F613C982F57}">
      <dgm:prSet/>
      <dgm:spPr/>
    </dgm:pt>
    <dgm:pt modelId="{B4A84E2C-D18C-4BB1-A110-2734663513EF}" type="pres">
      <dgm:prSet presAssocID="{4E935B2C-AEC8-4568-8665-2F1195CF3228}" presName="diagram" presStyleCnt="0">
        <dgm:presLayoutVars>
          <dgm:dir/>
          <dgm:resizeHandles val="exact"/>
        </dgm:presLayoutVars>
      </dgm:prSet>
      <dgm:spPr/>
    </dgm:pt>
    <dgm:pt modelId="{B485B8F3-D28C-416B-8A7C-C8DAFC210FBE}" type="pres">
      <dgm:prSet presAssocID="{855CA5DB-3391-44BD-8F39-9F9170FC324F}" presName="node" presStyleLbl="node1" presStyleIdx="0" presStyleCnt="16">
        <dgm:presLayoutVars>
          <dgm:bulletEnabled val="1"/>
        </dgm:presLayoutVars>
      </dgm:prSet>
      <dgm:spPr/>
    </dgm:pt>
    <dgm:pt modelId="{730A3ECA-5408-4E6C-A701-B96F17BFBE26}" type="pres">
      <dgm:prSet presAssocID="{1A52EEE9-29B0-4C33-81ED-442DE29437FB}" presName="sibTrans" presStyleCnt="0"/>
      <dgm:spPr/>
    </dgm:pt>
    <dgm:pt modelId="{3D0A517D-4786-4133-877E-B33CE5403016}" type="pres">
      <dgm:prSet presAssocID="{E921C2A8-D95F-4D69-9079-43F231A713A9}" presName="node" presStyleLbl="node1" presStyleIdx="1" presStyleCnt="16">
        <dgm:presLayoutVars>
          <dgm:bulletEnabled val="1"/>
        </dgm:presLayoutVars>
      </dgm:prSet>
      <dgm:spPr/>
    </dgm:pt>
    <dgm:pt modelId="{6143E8E3-BBFF-49FB-8115-0687B517AA15}" type="pres">
      <dgm:prSet presAssocID="{41DA4E61-86F0-4B02-B3FD-1EA36034884C}" presName="sibTrans" presStyleCnt="0"/>
      <dgm:spPr/>
    </dgm:pt>
    <dgm:pt modelId="{4F2413F9-C16C-4C99-9646-0BF22626EBA7}" type="pres">
      <dgm:prSet presAssocID="{D4250953-701C-484D-9C43-CAEC18F07AF8}" presName="node" presStyleLbl="node1" presStyleIdx="2" presStyleCnt="16">
        <dgm:presLayoutVars>
          <dgm:bulletEnabled val="1"/>
        </dgm:presLayoutVars>
      </dgm:prSet>
      <dgm:spPr/>
    </dgm:pt>
    <dgm:pt modelId="{75F61E29-D6CD-485E-B0FE-6EB602B93B0F}" type="pres">
      <dgm:prSet presAssocID="{87E4842D-C13D-46EC-964D-C86B006085F0}" presName="sibTrans" presStyleCnt="0"/>
      <dgm:spPr/>
    </dgm:pt>
    <dgm:pt modelId="{D1650586-BBB2-4433-B1A8-DC26229E2069}" type="pres">
      <dgm:prSet presAssocID="{F9DA6DBB-D19D-4C66-B132-1D5058699E4C}" presName="node" presStyleLbl="node1" presStyleIdx="3" presStyleCnt="16">
        <dgm:presLayoutVars>
          <dgm:bulletEnabled val="1"/>
        </dgm:presLayoutVars>
      </dgm:prSet>
      <dgm:spPr/>
    </dgm:pt>
    <dgm:pt modelId="{9B6844BF-7844-4911-AC7C-0F539DF90943}" type="pres">
      <dgm:prSet presAssocID="{90FEDDA3-2F68-4691-91D1-560013DB8FAF}" presName="sibTrans" presStyleCnt="0"/>
      <dgm:spPr/>
    </dgm:pt>
    <dgm:pt modelId="{915E52D9-5989-406B-AABB-18837BBF460D}" type="pres">
      <dgm:prSet presAssocID="{6E01214F-B99E-4323-A021-FCE0AE9AFF5C}" presName="node" presStyleLbl="node1" presStyleIdx="4" presStyleCnt="16">
        <dgm:presLayoutVars>
          <dgm:bulletEnabled val="1"/>
        </dgm:presLayoutVars>
      </dgm:prSet>
      <dgm:spPr/>
    </dgm:pt>
    <dgm:pt modelId="{3A3D7B0F-5418-4A88-818B-087ED304D25D}" type="pres">
      <dgm:prSet presAssocID="{25132D6C-71DB-44C3-BDDB-6608F4C54FAF}" presName="sibTrans" presStyleCnt="0"/>
      <dgm:spPr/>
    </dgm:pt>
    <dgm:pt modelId="{5E02A4E4-CE9A-4946-8925-2ADF041D2F44}" type="pres">
      <dgm:prSet presAssocID="{D799D452-6FCE-4D69-A094-56BC9413057B}" presName="node" presStyleLbl="node1" presStyleIdx="5" presStyleCnt="16">
        <dgm:presLayoutVars>
          <dgm:bulletEnabled val="1"/>
        </dgm:presLayoutVars>
      </dgm:prSet>
      <dgm:spPr/>
    </dgm:pt>
    <dgm:pt modelId="{8C268DE8-C4FC-4BE7-BEA6-5B6B974B7A73}" type="pres">
      <dgm:prSet presAssocID="{1BFE43F5-646F-4D13-9CF4-A8425F4855CD}" presName="sibTrans" presStyleCnt="0"/>
      <dgm:spPr/>
    </dgm:pt>
    <dgm:pt modelId="{EA898105-5B2E-4955-AC31-C820FC044C10}" type="pres">
      <dgm:prSet presAssocID="{9AAE7FF8-7A61-441D-8DCA-96E904DE379B}" presName="node" presStyleLbl="node1" presStyleIdx="6" presStyleCnt="16">
        <dgm:presLayoutVars>
          <dgm:bulletEnabled val="1"/>
        </dgm:presLayoutVars>
      </dgm:prSet>
      <dgm:spPr/>
    </dgm:pt>
    <dgm:pt modelId="{B392E519-AF6A-4243-BF34-C47D71DE10F1}" type="pres">
      <dgm:prSet presAssocID="{3E0BE223-E227-47ED-9A88-EE3B686889F8}" presName="sibTrans" presStyleCnt="0"/>
      <dgm:spPr/>
    </dgm:pt>
    <dgm:pt modelId="{682934FC-811E-4B5E-AECC-FFF30CA600D5}" type="pres">
      <dgm:prSet presAssocID="{3D3A6776-4146-43C7-A5E9-CF932D0712A1}" presName="node" presStyleLbl="node1" presStyleIdx="7" presStyleCnt="16">
        <dgm:presLayoutVars>
          <dgm:bulletEnabled val="1"/>
        </dgm:presLayoutVars>
      </dgm:prSet>
      <dgm:spPr/>
    </dgm:pt>
    <dgm:pt modelId="{C3298CEE-4A0A-476B-A69E-0564C3882786}" type="pres">
      <dgm:prSet presAssocID="{C31A83F3-86C6-4B17-925F-9EA136D101C6}" presName="sibTrans" presStyleCnt="0"/>
      <dgm:spPr/>
    </dgm:pt>
    <dgm:pt modelId="{20214329-FB83-485F-AB3B-EB484499A909}" type="pres">
      <dgm:prSet presAssocID="{A05DB0E4-56CC-4C4F-952B-EEBAD5A2B902}" presName="node" presStyleLbl="node1" presStyleIdx="8" presStyleCnt="16">
        <dgm:presLayoutVars>
          <dgm:bulletEnabled val="1"/>
        </dgm:presLayoutVars>
      </dgm:prSet>
      <dgm:spPr/>
    </dgm:pt>
    <dgm:pt modelId="{617B4B78-824A-4E88-9E3C-1BA757F18E78}" type="pres">
      <dgm:prSet presAssocID="{ABBECD4F-7BC9-4523-9B18-753B1DEE6DDE}" presName="sibTrans" presStyleCnt="0"/>
      <dgm:spPr/>
    </dgm:pt>
    <dgm:pt modelId="{863FB7A9-3DFF-4F89-AE19-35F8A98AA5F0}" type="pres">
      <dgm:prSet presAssocID="{5915ECEA-070E-476F-9C02-2283B2A5BA67}" presName="node" presStyleLbl="node1" presStyleIdx="9" presStyleCnt="16">
        <dgm:presLayoutVars>
          <dgm:bulletEnabled val="1"/>
        </dgm:presLayoutVars>
      </dgm:prSet>
      <dgm:spPr/>
    </dgm:pt>
    <dgm:pt modelId="{BD35AEDF-6E56-4F29-9393-DEF383B9AC42}" type="pres">
      <dgm:prSet presAssocID="{6C9A1C66-8DF3-4BE6-8AF1-F57C159B18EE}" presName="sibTrans" presStyleCnt="0"/>
      <dgm:spPr/>
    </dgm:pt>
    <dgm:pt modelId="{B464B48A-F562-42C8-9848-DE86D1A2AFB3}" type="pres">
      <dgm:prSet presAssocID="{0A6E655B-A7B5-46C8-8E09-BDFB98FE8C5C}" presName="node" presStyleLbl="node1" presStyleIdx="10" presStyleCnt="16">
        <dgm:presLayoutVars>
          <dgm:bulletEnabled val="1"/>
        </dgm:presLayoutVars>
      </dgm:prSet>
      <dgm:spPr/>
    </dgm:pt>
    <dgm:pt modelId="{BAF0F2CA-7F0A-4BD2-8D17-E334482ED967}" type="pres">
      <dgm:prSet presAssocID="{8C82BAC6-4CDD-43F5-A446-DE851F8FC038}" presName="sibTrans" presStyleCnt="0"/>
      <dgm:spPr/>
    </dgm:pt>
    <dgm:pt modelId="{48C4F436-5BE7-4C31-98E1-03785E2C4D84}" type="pres">
      <dgm:prSet presAssocID="{3089D717-4EA3-41CA-B4D9-70DB568E9B10}" presName="node" presStyleLbl="node1" presStyleIdx="11" presStyleCnt="16">
        <dgm:presLayoutVars>
          <dgm:bulletEnabled val="1"/>
        </dgm:presLayoutVars>
      </dgm:prSet>
      <dgm:spPr/>
    </dgm:pt>
    <dgm:pt modelId="{6296E3A7-209C-47EA-863E-F687837A3FEC}" type="pres">
      <dgm:prSet presAssocID="{716B7393-2914-416D-91A0-F5E658198ADF}" presName="sibTrans" presStyleCnt="0"/>
      <dgm:spPr/>
    </dgm:pt>
    <dgm:pt modelId="{F5E66952-3714-4F06-8251-C1B68B8DC4F5}" type="pres">
      <dgm:prSet presAssocID="{A97543B0-E1D0-43A4-B119-C055BBA9DE66}" presName="node" presStyleLbl="node1" presStyleIdx="12" presStyleCnt="16">
        <dgm:presLayoutVars>
          <dgm:bulletEnabled val="1"/>
        </dgm:presLayoutVars>
      </dgm:prSet>
      <dgm:spPr/>
    </dgm:pt>
    <dgm:pt modelId="{861A4548-DECB-4DF4-B166-44AF3910C7FA}" type="pres">
      <dgm:prSet presAssocID="{62BB762D-D6AF-41A2-A51E-B663AFAA8AE1}" presName="sibTrans" presStyleCnt="0"/>
      <dgm:spPr/>
    </dgm:pt>
    <dgm:pt modelId="{B3296C57-AE57-4DE2-9FA7-FE74AC08BA92}" type="pres">
      <dgm:prSet presAssocID="{C52449ED-040A-4705-A325-DFFC1F5903C1}" presName="node" presStyleLbl="node1" presStyleIdx="13" presStyleCnt="16">
        <dgm:presLayoutVars>
          <dgm:bulletEnabled val="1"/>
        </dgm:presLayoutVars>
      </dgm:prSet>
      <dgm:spPr/>
    </dgm:pt>
    <dgm:pt modelId="{5177A381-3344-46ED-87BE-32582F116B55}" type="pres">
      <dgm:prSet presAssocID="{4809D728-0FC3-4855-B2E8-365CA05A8BE8}" presName="sibTrans" presStyleCnt="0"/>
      <dgm:spPr/>
    </dgm:pt>
    <dgm:pt modelId="{57DC5CA9-4379-4737-923E-66EA89283FF0}" type="pres">
      <dgm:prSet presAssocID="{8CFC6ACD-F8E6-44C3-87FF-8B8C8E0785E0}" presName="node" presStyleLbl="node1" presStyleIdx="14" presStyleCnt="16">
        <dgm:presLayoutVars>
          <dgm:bulletEnabled val="1"/>
        </dgm:presLayoutVars>
      </dgm:prSet>
      <dgm:spPr/>
    </dgm:pt>
    <dgm:pt modelId="{AD08C5AB-16AB-45DC-8166-936E04463845}" type="pres">
      <dgm:prSet presAssocID="{DC0CE786-8911-46ED-B8EC-DE1374E303C8}" presName="sibTrans" presStyleCnt="0"/>
      <dgm:spPr/>
    </dgm:pt>
    <dgm:pt modelId="{52D83E47-540C-482F-B18D-AC93D3A40FFE}" type="pres">
      <dgm:prSet presAssocID="{ED2DD396-1247-43CF-8AB5-85BE193F46CF}" presName="node" presStyleLbl="node1" presStyleIdx="15" presStyleCnt="16">
        <dgm:presLayoutVars>
          <dgm:bulletEnabled val="1"/>
        </dgm:presLayoutVars>
      </dgm:prSet>
      <dgm:spPr/>
    </dgm:pt>
  </dgm:ptLst>
  <dgm:cxnLst>
    <dgm:cxn modelId="{40321600-E21B-42F3-91CF-7C5F1722571F}" srcId="{4E935B2C-AEC8-4568-8665-2F1195CF3228}" destId="{D4250953-701C-484D-9C43-CAEC18F07AF8}" srcOrd="2" destOrd="0" parTransId="{3624ED6C-79C1-454E-A03E-85BFFD359D96}" sibTransId="{87E4842D-C13D-46EC-964D-C86B006085F0}"/>
    <dgm:cxn modelId="{F31BDC00-AF7E-4CA9-AF6B-4E5FEEF2FC37}" srcId="{4E935B2C-AEC8-4568-8665-2F1195CF3228}" destId="{E921C2A8-D95F-4D69-9079-43F231A713A9}" srcOrd="1" destOrd="0" parTransId="{090B191F-9C2D-427D-965E-038BD911A64D}" sibTransId="{41DA4E61-86F0-4B02-B3FD-1EA36034884C}"/>
    <dgm:cxn modelId="{2E565707-4BAA-41EC-99E3-F6698557D63B}" type="presOf" srcId="{C52449ED-040A-4705-A325-DFFC1F5903C1}" destId="{B3296C57-AE57-4DE2-9FA7-FE74AC08BA92}" srcOrd="0" destOrd="0" presId="urn:microsoft.com/office/officeart/2005/8/layout/default"/>
    <dgm:cxn modelId="{216BCB0C-6CBD-4B20-9D98-1901A1D4ED47}" srcId="{4E935B2C-AEC8-4568-8665-2F1195CF3228}" destId="{ED2DD396-1247-43CF-8AB5-85BE193F46CF}" srcOrd="15" destOrd="0" parTransId="{5276CB67-2436-419B-A273-8DC233CB8679}" sibTransId="{BB80209F-7042-438A-9F24-499BF7873CA7}"/>
    <dgm:cxn modelId="{FE0C420D-7BE7-4ABF-970A-20E21D23AFD7}" srcId="{4E935B2C-AEC8-4568-8665-2F1195CF3228}" destId="{A05DB0E4-56CC-4C4F-952B-EEBAD5A2B902}" srcOrd="8" destOrd="0" parTransId="{49E363A3-A4B4-4813-A9EE-9139ACB923F7}" sibTransId="{ABBECD4F-7BC9-4523-9B18-753B1DEE6DDE}"/>
    <dgm:cxn modelId="{B37BA60E-9772-4AF2-ADDE-D3E21058E924}" type="presOf" srcId="{6E01214F-B99E-4323-A021-FCE0AE9AFF5C}" destId="{915E52D9-5989-406B-AABB-18837BBF460D}" srcOrd="0" destOrd="0" presId="urn:microsoft.com/office/officeart/2005/8/layout/default"/>
    <dgm:cxn modelId="{2D501D16-DB5B-4CF7-AC3C-A464B0501FCE}" srcId="{4E935B2C-AEC8-4568-8665-2F1195CF3228}" destId="{855CA5DB-3391-44BD-8F39-9F9170FC324F}" srcOrd="0" destOrd="0" parTransId="{FD3099D4-DBD3-4737-9376-2ABC4299BB20}" sibTransId="{1A52EEE9-29B0-4C33-81ED-442DE29437FB}"/>
    <dgm:cxn modelId="{7EB70C1C-514C-4451-87D4-2F23B18EE7F0}" srcId="{4E935B2C-AEC8-4568-8665-2F1195CF3228}" destId="{9AAE7FF8-7A61-441D-8DCA-96E904DE379B}" srcOrd="6" destOrd="0" parTransId="{1A967A8C-FB33-4C68-A36B-38F9181210FE}" sibTransId="{3E0BE223-E227-47ED-9A88-EE3B686889F8}"/>
    <dgm:cxn modelId="{38C1461F-607C-471A-B590-81580B5FFD31}" type="presOf" srcId="{855CA5DB-3391-44BD-8F39-9F9170FC324F}" destId="{B485B8F3-D28C-416B-8A7C-C8DAFC210FBE}" srcOrd="0" destOrd="0" presId="urn:microsoft.com/office/officeart/2005/8/layout/default"/>
    <dgm:cxn modelId="{0E667428-7DAE-4F3B-8DBD-FE6EED2C7936}" type="presOf" srcId="{E921C2A8-D95F-4D69-9079-43F231A713A9}" destId="{3D0A517D-4786-4133-877E-B33CE5403016}" srcOrd="0" destOrd="0" presId="urn:microsoft.com/office/officeart/2005/8/layout/default"/>
    <dgm:cxn modelId="{AB985A2F-94BC-4305-B191-8F018FEBA7B1}" srcId="{4E935B2C-AEC8-4568-8665-2F1195CF3228}" destId="{3089D717-4EA3-41CA-B4D9-70DB568E9B10}" srcOrd="11" destOrd="0" parTransId="{93B8233C-E00A-49F1-B0B8-E2DCB5F427F1}" sibTransId="{716B7393-2914-416D-91A0-F5E658198ADF}"/>
    <dgm:cxn modelId="{BEC0DD38-B4CB-42ED-BD5F-6E5245110934}" srcId="{4E935B2C-AEC8-4568-8665-2F1195CF3228}" destId="{0A6E655B-A7B5-46C8-8E09-BDFB98FE8C5C}" srcOrd="10" destOrd="0" parTransId="{AFD9C815-4EAD-4588-87D3-13FE4D1689AB}" sibTransId="{8C82BAC6-4CDD-43F5-A446-DE851F8FC038}"/>
    <dgm:cxn modelId="{17ACD03B-29AA-4E8C-82D8-88F7E0BBE622}" srcId="{4E935B2C-AEC8-4568-8665-2F1195CF3228}" destId="{A97543B0-E1D0-43A4-B119-C055BBA9DE66}" srcOrd="12" destOrd="0" parTransId="{A9C21748-2621-41F2-AE2C-DF249B2880F9}" sibTransId="{62BB762D-D6AF-41A2-A51E-B663AFAA8AE1}"/>
    <dgm:cxn modelId="{44DDBE47-FCC2-484F-98FE-D191B1DC74E8}" type="presOf" srcId="{4E935B2C-AEC8-4568-8665-2F1195CF3228}" destId="{B4A84E2C-D18C-4BB1-A110-2734663513EF}" srcOrd="0" destOrd="0" presId="urn:microsoft.com/office/officeart/2005/8/layout/default"/>
    <dgm:cxn modelId="{50DB6368-6E72-4CAA-AE61-81AA043F0F6A}" srcId="{4E935B2C-AEC8-4568-8665-2F1195CF3228}" destId="{5915ECEA-070E-476F-9C02-2283B2A5BA67}" srcOrd="9" destOrd="0" parTransId="{3E05C681-9E8A-418E-B2A4-97D462E902B5}" sibTransId="{6C9A1C66-8DF3-4BE6-8AF1-F57C159B18EE}"/>
    <dgm:cxn modelId="{FCA49454-F274-4E46-B909-4B2E79E74B7C}" type="presOf" srcId="{8CFC6ACD-F8E6-44C3-87FF-8B8C8E0785E0}" destId="{57DC5CA9-4379-4737-923E-66EA89283FF0}" srcOrd="0" destOrd="0" presId="urn:microsoft.com/office/officeart/2005/8/layout/default"/>
    <dgm:cxn modelId="{83719F74-1BEB-4B25-A5B2-01DDBB5490EF}" type="presOf" srcId="{D4250953-701C-484D-9C43-CAEC18F07AF8}" destId="{4F2413F9-C16C-4C99-9646-0BF22626EBA7}" srcOrd="0" destOrd="0" presId="urn:microsoft.com/office/officeart/2005/8/layout/default"/>
    <dgm:cxn modelId="{872DF777-5D74-49F8-98C9-5D99904DC969}" type="presOf" srcId="{3089D717-4EA3-41CA-B4D9-70DB568E9B10}" destId="{48C4F436-5BE7-4C31-98E1-03785E2C4D84}" srcOrd="0" destOrd="0" presId="urn:microsoft.com/office/officeart/2005/8/layout/default"/>
    <dgm:cxn modelId="{8603CA89-DBA4-4E74-B7CD-2F50E408A7BC}" type="presOf" srcId="{F9DA6DBB-D19D-4C66-B132-1D5058699E4C}" destId="{D1650586-BBB2-4433-B1A8-DC26229E2069}" srcOrd="0" destOrd="0" presId="urn:microsoft.com/office/officeart/2005/8/layout/default"/>
    <dgm:cxn modelId="{0A97C697-F919-4AE0-AE6F-09654460A87E}" type="presOf" srcId="{5915ECEA-070E-476F-9C02-2283B2A5BA67}" destId="{863FB7A9-3DFF-4F89-AE19-35F8A98AA5F0}" srcOrd="0" destOrd="0" presId="urn:microsoft.com/office/officeart/2005/8/layout/default"/>
    <dgm:cxn modelId="{33C76B9E-025B-4BD5-8D47-7F613C982F57}" srcId="{4E935B2C-AEC8-4568-8665-2F1195CF3228}" destId="{8CFC6ACD-F8E6-44C3-87FF-8B8C8E0785E0}" srcOrd="14" destOrd="0" parTransId="{A56E50BE-7219-46BE-87A3-0109A3AD6501}" sibTransId="{DC0CE786-8911-46ED-B8EC-DE1374E303C8}"/>
    <dgm:cxn modelId="{5B646BA2-7D8E-49E7-A021-BC5B69F40385}" type="presOf" srcId="{A97543B0-E1D0-43A4-B119-C055BBA9DE66}" destId="{F5E66952-3714-4F06-8251-C1B68B8DC4F5}" srcOrd="0" destOrd="0" presId="urn:microsoft.com/office/officeart/2005/8/layout/default"/>
    <dgm:cxn modelId="{98D0DEA3-A8CF-4386-A063-BA476F60081F}" srcId="{4E935B2C-AEC8-4568-8665-2F1195CF3228}" destId="{3D3A6776-4146-43C7-A5E9-CF932D0712A1}" srcOrd="7" destOrd="0" parTransId="{76EA5C51-D448-4D97-AC72-EB4C3129370B}" sibTransId="{C31A83F3-86C6-4B17-925F-9EA136D101C6}"/>
    <dgm:cxn modelId="{CF453CAD-B7BE-4525-8D3E-1A0B3F56AA07}" type="presOf" srcId="{A05DB0E4-56CC-4C4F-952B-EEBAD5A2B902}" destId="{20214329-FB83-485F-AB3B-EB484499A909}" srcOrd="0" destOrd="0" presId="urn:microsoft.com/office/officeart/2005/8/layout/default"/>
    <dgm:cxn modelId="{E6CB57BF-0721-4F55-82D1-BCAB7641204D}" type="presOf" srcId="{D799D452-6FCE-4D69-A094-56BC9413057B}" destId="{5E02A4E4-CE9A-4946-8925-2ADF041D2F44}" srcOrd="0" destOrd="0" presId="urn:microsoft.com/office/officeart/2005/8/layout/default"/>
    <dgm:cxn modelId="{153529C5-B121-4835-9D37-3F4C1C638176}" type="presOf" srcId="{0A6E655B-A7B5-46C8-8E09-BDFB98FE8C5C}" destId="{B464B48A-F562-42C8-9848-DE86D1A2AFB3}" srcOrd="0" destOrd="0" presId="urn:microsoft.com/office/officeart/2005/8/layout/default"/>
    <dgm:cxn modelId="{4099A9C6-9A50-4239-BDBE-FC003E4F9BA5}" srcId="{4E935B2C-AEC8-4568-8665-2F1195CF3228}" destId="{C52449ED-040A-4705-A325-DFFC1F5903C1}" srcOrd="13" destOrd="0" parTransId="{DE55BEF9-17BC-4882-A95E-68359E179B1D}" sibTransId="{4809D728-0FC3-4855-B2E8-365CA05A8BE8}"/>
    <dgm:cxn modelId="{0F7AD9CF-1534-4F4E-A62A-F24759804D39}" type="presOf" srcId="{ED2DD396-1247-43CF-8AB5-85BE193F46CF}" destId="{52D83E47-540C-482F-B18D-AC93D3A40FFE}" srcOrd="0" destOrd="0" presId="urn:microsoft.com/office/officeart/2005/8/layout/default"/>
    <dgm:cxn modelId="{112C62DC-1772-420E-BF5D-A1FD7DDF9611}" srcId="{4E935B2C-AEC8-4568-8665-2F1195CF3228}" destId="{F9DA6DBB-D19D-4C66-B132-1D5058699E4C}" srcOrd="3" destOrd="0" parTransId="{584C76F5-DD8F-48F1-81DC-C3B400E250DD}" sibTransId="{90FEDDA3-2F68-4691-91D1-560013DB8FAF}"/>
    <dgm:cxn modelId="{FAF53FDF-1321-4DF3-BCA0-FEAE904B972B}" srcId="{4E935B2C-AEC8-4568-8665-2F1195CF3228}" destId="{6E01214F-B99E-4323-A021-FCE0AE9AFF5C}" srcOrd="4" destOrd="0" parTransId="{EADA7FD4-91C2-413D-9B9C-8AABA67C35E4}" sibTransId="{25132D6C-71DB-44C3-BDDB-6608F4C54FAF}"/>
    <dgm:cxn modelId="{33CCDFE5-B6BB-4B7F-906A-0084CEAE4B0B}" srcId="{4E935B2C-AEC8-4568-8665-2F1195CF3228}" destId="{D799D452-6FCE-4D69-A094-56BC9413057B}" srcOrd="5" destOrd="0" parTransId="{8426F071-8931-46F3-83DF-461BAE3B0618}" sibTransId="{1BFE43F5-646F-4D13-9CF4-A8425F4855CD}"/>
    <dgm:cxn modelId="{5F40FAF4-2115-4489-92B8-3A1B52BD5E40}" type="presOf" srcId="{9AAE7FF8-7A61-441D-8DCA-96E904DE379B}" destId="{EA898105-5B2E-4955-AC31-C820FC044C10}" srcOrd="0" destOrd="0" presId="urn:microsoft.com/office/officeart/2005/8/layout/default"/>
    <dgm:cxn modelId="{BB64E4F7-FD92-4012-885E-B5FCA298207F}" type="presOf" srcId="{3D3A6776-4146-43C7-A5E9-CF932D0712A1}" destId="{682934FC-811E-4B5E-AECC-FFF30CA600D5}" srcOrd="0" destOrd="0" presId="urn:microsoft.com/office/officeart/2005/8/layout/default"/>
    <dgm:cxn modelId="{C025A9B0-2A8E-4D90-BD4E-FF52382ADCE4}" type="presParOf" srcId="{B4A84E2C-D18C-4BB1-A110-2734663513EF}" destId="{B485B8F3-D28C-416B-8A7C-C8DAFC210FBE}" srcOrd="0" destOrd="0" presId="urn:microsoft.com/office/officeart/2005/8/layout/default"/>
    <dgm:cxn modelId="{CE33612F-6BCD-45E5-BC05-03FE4D49E63C}" type="presParOf" srcId="{B4A84E2C-D18C-4BB1-A110-2734663513EF}" destId="{730A3ECA-5408-4E6C-A701-B96F17BFBE26}" srcOrd="1" destOrd="0" presId="urn:microsoft.com/office/officeart/2005/8/layout/default"/>
    <dgm:cxn modelId="{F76D38F2-250B-4806-A1AC-1CA482BA0E36}" type="presParOf" srcId="{B4A84E2C-D18C-4BB1-A110-2734663513EF}" destId="{3D0A517D-4786-4133-877E-B33CE5403016}" srcOrd="2" destOrd="0" presId="urn:microsoft.com/office/officeart/2005/8/layout/default"/>
    <dgm:cxn modelId="{1CE1A933-8A68-4809-A4C9-7B2282419025}" type="presParOf" srcId="{B4A84E2C-D18C-4BB1-A110-2734663513EF}" destId="{6143E8E3-BBFF-49FB-8115-0687B517AA15}" srcOrd="3" destOrd="0" presId="urn:microsoft.com/office/officeart/2005/8/layout/default"/>
    <dgm:cxn modelId="{4CD31828-36B9-4910-B1C2-BB2EC3FC21F6}" type="presParOf" srcId="{B4A84E2C-D18C-4BB1-A110-2734663513EF}" destId="{4F2413F9-C16C-4C99-9646-0BF22626EBA7}" srcOrd="4" destOrd="0" presId="urn:microsoft.com/office/officeart/2005/8/layout/default"/>
    <dgm:cxn modelId="{843D7869-87BF-4DD8-AF33-01E603211B04}" type="presParOf" srcId="{B4A84E2C-D18C-4BB1-A110-2734663513EF}" destId="{75F61E29-D6CD-485E-B0FE-6EB602B93B0F}" srcOrd="5" destOrd="0" presId="urn:microsoft.com/office/officeart/2005/8/layout/default"/>
    <dgm:cxn modelId="{11A3A695-234A-4AF3-A1D9-4DF1C28616B9}" type="presParOf" srcId="{B4A84E2C-D18C-4BB1-A110-2734663513EF}" destId="{D1650586-BBB2-4433-B1A8-DC26229E2069}" srcOrd="6" destOrd="0" presId="urn:microsoft.com/office/officeart/2005/8/layout/default"/>
    <dgm:cxn modelId="{452A8C66-6D41-4BB9-8A28-FFA33CACBBDE}" type="presParOf" srcId="{B4A84E2C-D18C-4BB1-A110-2734663513EF}" destId="{9B6844BF-7844-4911-AC7C-0F539DF90943}" srcOrd="7" destOrd="0" presId="urn:microsoft.com/office/officeart/2005/8/layout/default"/>
    <dgm:cxn modelId="{43825024-99B3-438D-A6B2-648F6FB2FDB7}" type="presParOf" srcId="{B4A84E2C-D18C-4BB1-A110-2734663513EF}" destId="{915E52D9-5989-406B-AABB-18837BBF460D}" srcOrd="8" destOrd="0" presId="urn:microsoft.com/office/officeart/2005/8/layout/default"/>
    <dgm:cxn modelId="{FBC84F68-ED9B-45C9-9DC4-727C47745074}" type="presParOf" srcId="{B4A84E2C-D18C-4BB1-A110-2734663513EF}" destId="{3A3D7B0F-5418-4A88-818B-087ED304D25D}" srcOrd="9" destOrd="0" presId="urn:microsoft.com/office/officeart/2005/8/layout/default"/>
    <dgm:cxn modelId="{AC572078-D492-4160-B237-B54FF6B4695D}" type="presParOf" srcId="{B4A84E2C-D18C-4BB1-A110-2734663513EF}" destId="{5E02A4E4-CE9A-4946-8925-2ADF041D2F44}" srcOrd="10" destOrd="0" presId="urn:microsoft.com/office/officeart/2005/8/layout/default"/>
    <dgm:cxn modelId="{6C8F0C5D-D493-45B3-82A1-D043505DB187}" type="presParOf" srcId="{B4A84E2C-D18C-4BB1-A110-2734663513EF}" destId="{8C268DE8-C4FC-4BE7-BEA6-5B6B974B7A73}" srcOrd="11" destOrd="0" presId="urn:microsoft.com/office/officeart/2005/8/layout/default"/>
    <dgm:cxn modelId="{E2E13612-D61E-4C69-9655-0A90CDB26499}" type="presParOf" srcId="{B4A84E2C-D18C-4BB1-A110-2734663513EF}" destId="{EA898105-5B2E-4955-AC31-C820FC044C10}" srcOrd="12" destOrd="0" presId="urn:microsoft.com/office/officeart/2005/8/layout/default"/>
    <dgm:cxn modelId="{726882E7-B871-495E-99E6-9FF47C0672FE}" type="presParOf" srcId="{B4A84E2C-D18C-4BB1-A110-2734663513EF}" destId="{B392E519-AF6A-4243-BF34-C47D71DE10F1}" srcOrd="13" destOrd="0" presId="urn:microsoft.com/office/officeart/2005/8/layout/default"/>
    <dgm:cxn modelId="{350C0CD6-0B1B-485C-B1D1-5F95027B1104}" type="presParOf" srcId="{B4A84E2C-D18C-4BB1-A110-2734663513EF}" destId="{682934FC-811E-4B5E-AECC-FFF30CA600D5}" srcOrd="14" destOrd="0" presId="urn:microsoft.com/office/officeart/2005/8/layout/default"/>
    <dgm:cxn modelId="{C395FF91-BA38-4930-A2D4-D37F929AAEB2}" type="presParOf" srcId="{B4A84E2C-D18C-4BB1-A110-2734663513EF}" destId="{C3298CEE-4A0A-476B-A69E-0564C3882786}" srcOrd="15" destOrd="0" presId="urn:microsoft.com/office/officeart/2005/8/layout/default"/>
    <dgm:cxn modelId="{FE125A52-FBB8-461B-A156-6B843D8641CB}" type="presParOf" srcId="{B4A84E2C-D18C-4BB1-A110-2734663513EF}" destId="{20214329-FB83-485F-AB3B-EB484499A909}" srcOrd="16" destOrd="0" presId="urn:microsoft.com/office/officeart/2005/8/layout/default"/>
    <dgm:cxn modelId="{B421E164-9E3B-4AEB-B8F6-18D5B74BBB65}" type="presParOf" srcId="{B4A84E2C-D18C-4BB1-A110-2734663513EF}" destId="{617B4B78-824A-4E88-9E3C-1BA757F18E78}" srcOrd="17" destOrd="0" presId="urn:microsoft.com/office/officeart/2005/8/layout/default"/>
    <dgm:cxn modelId="{6FD82652-08D5-491E-B8A1-7F58EC6588A4}" type="presParOf" srcId="{B4A84E2C-D18C-4BB1-A110-2734663513EF}" destId="{863FB7A9-3DFF-4F89-AE19-35F8A98AA5F0}" srcOrd="18" destOrd="0" presId="urn:microsoft.com/office/officeart/2005/8/layout/default"/>
    <dgm:cxn modelId="{5AAFDDD0-3D51-47AE-8297-98D86FAC114B}" type="presParOf" srcId="{B4A84E2C-D18C-4BB1-A110-2734663513EF}" destId="{BD35AEDF-6E56-4F29-9393-DEF383B9AC42}" srcOrd="19" destOrd="0" presId="urn:microsoft.com/office/officeart/2005/8/layout/default"/>
    <dgm:cxn modelId="{EB5D0860-47EC-45A8-82F3-9C1D27216711}" type="presParOf" srcId="{B4A84E2C-D18C-4BB1-A110-2734663513EF}" destId="{B464B48A-F562-42C8-9848-DE86D1A2AFB3}" srcOrd="20" destOrd="0" presId="urn:microsoft.com/office/officeart/2005/8/layout/default"/>
    <dgm:cxn modelId="{4E99E23F-C957-4E29-ACAB-000430062D22}" type="presParOf" srcId="{B4A84E2C-D18C-4BB1-A110-2734663513EF}" destId="{BAF0F2CA-7F0A-4BD2-8D17-E334482ED967}" srcOrd="21" destOrd="0" presId="urn:microsoft.com/office/officeart/2005/8/layout/default"/>
    <dgm:cxn modelId="{A0CFE776-9B71-4BF8-9CA8-C24EBCA25B5E}" type="presParOf" srcId="{B4A84E2C-D18C-4BB1-A110-2734663513EF}" destId="{48C4F436-5BE7-4C31-98E1-03785E2C4D84}" srcOrd="22" destOrd="0" presId="urn:microsoft.com/office/officeart/2005/8/layout/default"/>
    <dgm:cxn modelId="{EA6D0285-3269-46EF-91F4-B89E1E6513EC}" type="presParOf" srcId="{B4A84E2C-D18C-4BB1-A110-2734663513EF}" destId="{6296E3A7-209C-47EA-863E-F687837A3FEC}" srcOrd="23" destOrd="0" presId="urn:microsoft.com/office/officeart/2005/8/layout/default"/>
    <dgm:cxn modelId="{0E77C8FD-B096-4FCA-BD50-9E47E64BC9BF}" type="presParOf" srcId="{B4A84E2C-D18C-4BB1-A110-2734663513EF}" destId="{F5E66952-3714-4F06-8251-C1B68B8DC4F5}" srcOrd="24" destOrd="0" presId="urn:microsoft.com/office/officeart/2005/8/layout/default"/>
    <dgm:cxn modelId="{526E12FD-295E-407F-94A8-6350ED51E994}" type="presParOf" srcId="{B4A84E2C-D18C-4BB1-A110-2734663513EF}" destId="{861A4548-DECB-4DF4-B166-44AF3910C7FA}" srcOrd="25" destOrd="0" presId="urn:microsoft.com/office/officeart/2005/8/layout/default"/>
    <dgm:cxn modelId="{73ECF536-1EC9-477C-8200-7B1F1C2F76FA}" type="presParOf" srcId="{B4A84E2C-D18C-4BB1-A110-2734663513EF}" destId="{B3296C57-AE57-4DE2-9FA7-FE74AC08BA92}" srcOrd="26" destOrd="0" presId="urn:microsoft.com/office/officeart/2005/8/layout/default"/>
    <dgm:cxn modelId="{35CFCFEC-766F-43FC-A751-C1C71F63CE39}" type="presParOf" srcId="{B4A84E2C-D18C-4BB1-A110-2734663513EF}" destId="{5177A381-3344-46ED-87BE-32582F116B55}" srcOrd="27" destOrd="0" presId="urn:microsoft.com/office/officeart/2005/8/layout/default"/>
    <dgm:cxn modelId="{A96A1127-FBD1-4B97-93A8-F5A894223618}" type="presParOf" srcId="{B4A84E2C-D18C-4BB1-A110-2734663513EF}" destId="{57DC5CA9-4379-4737-923E-66EA89283FF0}" srcOrd="28" destOrd="0" presId="urn:microsoft.com/office/officeart/2005/8/layout/default"/>
    <dgm:cxn modelId="{C17C2B7F-C549-45A7-B68A-86640B224E7E}" type="presParOf" srcId="{B4A84E2C-D18C-4BB1-A110-2734663513EF}" destId="{AD08C5AB-16AB-45DC-8166-936E04463845}" srcOrd="29" destOrd="0" presId="urn:microsoft.com/office/officeart/2005/8/layout/default"/>
    <dgm:cxn modelId="{A53D3C59-95E6-4D8C-BDDF-760300EAD83F}" type="presParOf" srcId="{B4A84E2C-D18C-4BB1-A110-2734663513EF}" destId="{52D83E47-540C-482F-B18D-AC93D3A40FFE}" srcOrd="3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E935B2C-AEC8-4568-8665-2F1195CF322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9BCE61A-1A3F-421B-9285-311BF590F889}">
      <dgm:prSet/>
      <dgm:spPr/>
      <dgm:t>
        <a:bodyPr/>
        <a:lstStyle/>
        <a:p>
          <a:r>
            <a:rPr lang="en-US"/>
            <a:t>6:00 - Acorda</a:t>
          </a:r>
        </a:p>
      </dgm:t>
    </dgm:pt>
    <dgm:pt modelId="{4F30A936-E20C-4EF7-9824-668851ABFE26}" type="parTrans" cxnId="{0EDFE3B3-5F43-47C1-8A39-5BD546EF17E9}">
      <dgm:prSet/>
      <dgm:spPr/>
      <dgm:t>
        <a:bodyPr/>
        <a:lstStyle/>
        <a:p>
          <a:endParaRPr lang="en-US"/>
        </a:p>
      </dgm:t>
    </dgm:pt>
    <dgm:pt modelId="{63531D00-9DFC-49CF-8335-A8CC02F32ACF}" type="sibTrans" cxnId="{0EDFE3B3-5F43-47C1-8A39-5BD546EF17E9}">
      <dgm:prSet/>
      <dgm:spPr/>
      <dgm:t>
        <a:bodyPr/>
        <a:lstStyle/>
        <a:p>
          <a:endParaRPr lang="en-US"/>
        </a:p>
      </dgm:t>
    </dgm:pt>
    <dgm:pt modelId="{B089FC53-571A-45D7-8457-A06F4CBC5C85}">
      <dgm:prSet/>
      <dgm:spPr/>
      <dgm:t>
        <a:bodyPr/>
        <a:lstStyle/>
        <a:p>
          <a:r>
            <a:rPr lang="en-US"/>
            <a:t>7:00 - Vai para a </a:t>
          </a:r>
          <a:r>
            <a:rPr lang="en-US" err="1"/>
            <a:t>escola</a:t>
          </a:r>
        </a:p>
      </dgm:t>
    </dgm:pt>
    <dgm:pt modelId="{05A10D09-E2CA-455E-9669-3CE365E2D6AA}" type="parTrans" cxnId="{1F55EE72-3EF8-47CD-8F28-8E5A4F8BB7F1}">
      <dgm:prSet/>
      <dgm:spPr/>
      <dgm:t>
        <a:bodyPr/>
        <a:lstStyle/>
        <a:p>
          <a:endParaRPr lang="en-US"/>
        </a:p>
      </dgm:t>
    </dgm:pt>
    <dgm:pt modelId="{2F9EA330-BEBF-4D06-89C3-14F6C90D600B}" type="sibTrans" cxnId="{1F55EE72-3EF8-47CD-8F28-8E5A4F8BB7F1}">
      <dgm:prSet/>
      <dgm:spPr/>
      <dgm:t>
        <a:bodyPr/>
        <a:lstStyle/>
        <a:p>
          <a:endParaRPr lang="en-US"/>
        </a:p>
      </dgm:t>
    </dgm:pt>
    <dgm:pt modelId="{11671005-5068-4237-BF46-5277EC49C70F}">
      <dgm:prSet/>
      <dgm:spPr/>
      <dgm:t>
        <a:bodyPr/>
        <a:lstStyle/>
        <a:p>
          <a:r>
            <a:rPr lang="en-US">
              <a:solidFill>
                <a:srgbClr val="DB0853"/>
              </a:solidFill>
            </a:rPr>
            <a:t>7:30 - Joga o </a:t>
          </a:r>
          <a:r>
            <a:rPr lang="en-US" err="1">
              <a:solidFill>
                <a:srgbClr val="DB0853"/>
              </a:solidFill>
            </a:rPr>
            <a:t>MageMat</a:t>
          </a:r>
          <a:r>
            <a:rPr lang="en-US">
              <a:solidFill>
                <a:srgbClr val="DB0853"/>
              </a:solidFill>
            </a:rPr>
            <a:t> </a:t>
          </a:r>
          <a:r>
            <a:rPr lang="en-US" err="1">
              <a:solidFill>
                <a:srgbClr val="DB0853"/>
              </a:solidFill>
            </a:rPr>
            <a:t>na</a:t>
          </a:r>
          <a:r>
            <a:rPr lang="en-US">
              <a:solidFill>
                <a:srgbClr val="DB0853"/>
              </a:solidFill>
            </a:rPr>
            <a:t> </a:t>
          </a:r>
          <a:r>
            <a:rPr lang="en-US" err="1">
              <a:solidFill>
                <a:srgbClr val="DB0853"/>
              </a:solidFill>
            </a:rPr>
            <a:t>sua</a:t>
          </a:r>
          <a:r>
            <a:rPr lang="en-US">
              <a:solidFill>
                <a:srgbClr val="DB0853"/>
              </a:solidFill>
            </a:rPr>
            <a:t> aula de </a:t>
          </a:r>
          <a:r>
            <a:rPr lang="en-US" err="1">
              <a:solidFill>
                <a:srgbClr val="DB0853"/>
              </a:solidFill>
            </a:rPr>
            <a:t>matemática</a:t>
          </a:r>
          <a:r>
            <a:rPr lang="en-US">
              <a:solidFill>
                <a:srgbClr val="DB0853"/>
              </a:solidFill>
            </a:rPr>
            <a:t> para </a:t>
          </a:r>
          <a:r>
            <a:rPr lang="en-US" err="1">
              <a:solidFill>
                <a:srgbClr val="DB0853"/>
              </a:solidFill>
            </a:rPr>
            <a:t>aprender</a:t>
          </a:r>
          <a:r>
            <a:rPr lang="en-US">
              <a:solidFill>
                <a:srgbClr val="DB0853"/>
              </a:solidFill>
            </a:rPr>
            <a:t> e </a:t>
          </a:r>
          <a:r>
            <a:rPr lang="en-US" err="1">
              <a:solidFill>
                <a:srgbClr val="DB0853"/>
              </a:solidFill>
            </a:rPr>
            <a:t>sanar</a:t>
          </a:r>
          <a:r>
            <a:rPr lang="en-US">
              <a:solidFill>
                <a:srgbClr val="DB0853"/>
              </a:solidFill>
            </a:rPr>
            <a:t> </a:t>
          </a:r>
          <a:r>
            <a:rPr lang="en-US" err="1">
              <a:solidFill>
                <a:srgbClr val="DB0853"/>
              </a:solidFill>
            </a:rPr>
            <a:t>suas</a:t>
          </a:r>
          <a:r>
            <a:rPr lang="en-US">
              <a:solidFill>
                <a:srgbClr val="DB0853"/>
              </a:solidFill>
            </a:rPr>
            <a:t> </a:t>
          </a:r>
          <a:r>
            <a:rPr lang="en-US" err="1">
              <a:solidFill>
                <a:srgbClr val="DB0853"/>
              </a:solidFill>
            </a:rPr>
            <a:t>dificuldades</a:t>
          </a:r>
          <a:r>
            <a:rPr lang="en-US">
              <a:solidFill>
                <a:srgbClr val="DB0853"/>
              </a:solidFill>
            </a:rPr>
            <a:t> com a </a:t>
          </a:r>
          <a:r>
            <a:rPr lang="en-US" err="1">
              <a:solidFill>
                <a:srgbClr val="DB0853"/>
              </a:solidFill>
            </a:rPr>
            <a:t>matéria</a:t>
          </a:r>
          <a:r>
            <a:rPr lang="en-US">
              <a:solidFill>
                <a:srgbClr val="DB0853"/>
              </a:solidFill>
            </a:rPr>
            <a:t> </a:t>
          </a:r>
        </a:p>
      </dgm:t>
    </dgm:pt>
    <dgm:pt modelId="{F5C9BD3D-CC11-4F0B-AE01-B30A10ECEBBF}" type="parTrans" cxnId="{726EF0DA-37A4-416B-AFC5-35FCD9A99C88}">
      <dgm:prSet/>
      <dgm:spPr/>
      <dgm:t>
        <a:bodyPr/>
        <a:lstStyle/>
        <a:p>
          <a:endParaRPr lang="en-US"/>
        </a:p>
      </dgm:t>
    </dgm:pt>
    <dgm:pt modelId="{1F05C171-D099-4C32-B611-A7465BA5DB90}" type="sibTrans" cxnId="{726EF0DA-37A4-416B-AFC5-35FCD9A99C88}">
      <dgm:prSet/>
      <dgm:spPr/>
      <dgm:t>
        <a:bodyPr/>
        <a:lstStyle/>
        <a:p>
          <a:endParaRPr lang="en-US"/>
        </a:p>
      </dgm:t>
    </dgm:pt>
    <dgm:pt modelId="{FB4778C6-10F8-47B7-B6AA-C4ADB752388A}">
      <dgm:prSet/>
      <dgm:spPr/>
      <dgm:t>
        <a:bodyPr/>
        <a:lstStyle/>
        <a:p>
          <a:r>
            <a:rPr lang="en-US"/>
            <a:t>12:00 - Volta para a casa</a:t>
          </a:r>
        </a:p>
      </dgm:t>
    </dgm:pt>
    <dgm:pt modelId="{D6239508-C672-4555-960F-6EB51B7FA1E5}" type="parTrans" cxnId="{8A04F30E-CE89-4F73-BF48-5807229F1F26}">
      <dgm:prSet/>
      <dgm:spPr/>
      <dgm:t>
        <a:bodyPr/>
        <a:lstStyle/>
        <a:p>
          <a:endParaRPr lang="en-US"/>
        </a:p>
      </dgm:t>
    </dgm:pt>
    <dgm:pt modelId="{CFF74EBA-0B48-423F-B6C2-97B9B122CCA5}" type="sibTrans" cxnId="{8A04F30E-CE89-4F73-BF48-5807229F1F26}">
      <dgm:prSet/>
      <dgm:spPr/>
      <dgm:t>
        <a:bodyPr/>
        <a:lstStyle/>
        <a:p>
          <a:endParaRPr lang="en-US"/>
        </a:p>
      </dgm:t>
    </dgm:pt>
    <dgm:pt modelId="{A1478FFE-4EE3-4B31-8AEA-29F7F6929EC3}">
      <dgm:prSet/>
      <dgm:spPr/>
      <dgm:t>
        <a:bodyPr/>
        <a:lstStyle/>
        <a:p>
          <a:r>
            <a:rPr lang="en-US"/>
            <a:t>12:30 - </a:t>
          </a:r>
          <a:r>
            <a:rPr lang="en-US" err="1"/>
            <a:t>Almoça</a:t>
          </a:r>
          <a:r>
            <a:rPr lang="en-US"/>
            <a:t> </a:t>
          </a:r>
          <a:r>
            <a:rPr lang="en-US" err="1"/>
            <a:t>assistindo</a:t>
          </a:r>
          <a:r>
            <a:rPr lang="en-US"/>
            <a:t> </a:t>
          </a:r>
          <a:r>
            <a:rPr lang="en-US" err="1"/>
            <a:t>youtube</a:t>
          </a:r>
        </a:p>
      </dgm:t>
    </dgm:pt>
    <dgm:pt modelId="{63157265-494A-45B6-981D-66CA25A20795}" type="parTrans" cxnId="{F60AF02E-F580-4F49-9321-A93622C591E1}">
      <dgm:prSet/>
      <dgm:spPr/>
      <dgm:t>
        <a:bodyPr/>
        <a:lstStyle/>
        <a:p>
          <a:endParaRPr lang="en-US"/>
        </a:p>
      </dgm:t>
    </dgm:pt>
    <dgm:pt modelId="{FB877B62-AE83-40E9-AE2C-547C1A12205A}" type="sibTrans" cxnId="{F60AF02E-F580-4F49-9321-A93622C591E1}">
      <dgm:prSet/>
      <dgm:spPr/>
      <dgm:t>
        <a:bodyPr/>
        <a:lstStyle/>
        <a:p>
          <a:endParaRPr lang="en-US"/>
        </a:p>
      </dgm:t>
    </dgm:pt>
    <dgm:pt modelId="{07A2601C-32B3-43D5-8510-91C6CF631620}">
      <dgm:prSet/>
      <dgm:spPr/>
      <dgm:t>
        <a:bodyPr/>
        <a:lstStyle/>
        <a:p>
          <a:r>
            <a:rPr lang="en-US"/>
            <a:t>13:30 - Faz </a:t>
          </a:r>
          <a:r>
            <a:rPr lang="en-US" err="1"/>
            <a:t>suas</a:t>
          </a:r>
          <a:r>
            <a:rPr lang="en-US"/>
            <a:t> </a:t>
          </a:r>
          <a:r>
            <a:rPr lang="en-US" err="1"/>
            <a:t>tarefas</a:t>
          </a:r>
          <a:r>
            <a:rPr lang="en-US"/>
            <a:t> </a:t>
          </a:r>
          <a:r>
            <a:rPr lang="en-US" err="1"/>
            <a:t>escolares</a:t>
          </a:r>
          <a:r>
            <a:rPr lang="en-US"/>
            <a:t> </a:t>
          </a:r>
        </a:p>
      </dgm:t>
    </dgm:pt>
    <dgm:pt modelId="{E3DF9139-65EC-4AAE-935D-A3EF7F2D36CA}" type="parTrans" cxnId="{FE9DF2AF-98CE-4CF7-AE61-F6744172ECE9}">
      <dgm:prSet/>
      <dgm:spPr/>
      <dgm:t>
        <a:bodyPr/>
        <a:lstStyle/>
        <a:p>
          <a:endParaRPr lang="en-US"/>
        </a:p>
      </dgm:t>
    </dgm:pt>
    <dgm:pt modelId="{FF25EFA6-639B-42E5-BAA3-BD0AC3A8B0A3}" type="sibTrans" cxnId="{FE9DF2AF-98CE-4CF7-AE61-F6744172ECE9}">
      <dgm:prSet/>
      <dgm:spPr/>
      <dgm:t>
        <a:bodyPr/>
        <a:lstStyle/>
        <a:p>
          <a:endParaRPr lang="en-US"/>
        </a:p>
      </dgm:t>
    </dgm:pt>
    <dgm:pt modelId="{78AA1239-832B-41FF-8282-6783F489010B}">
      <dgm:prSet/>
      <dgm:spPr/>
      <dgm:t>
        <a:bodyPr/>
        <a:lstStyle/>
        <a:p>
          <a:r>
            <a:rPr lang="en-US">
              <a:solidFill>
                <a:srgbClr val="DB0853"/>
              </a:solidFill>
            </a:rPr>
            <a:t>14:00 - </a:t>
          </a:r>
          <a:r>
            <a:rPr lang="en-US" err="1">
              <a:solidFill>
                <a:srgbClr val="DB0853"/>
              </a:solidFill>
            </a:rPr>
            <a:t>Acessa</a:t>
          </a:r>
          <a:r>
            <a:rPr lang="en-US">
              <a:solidFill>
                <a:srgbClr val="DB0853"/>
              </a:solidFill>
            </a:rPr>
            <a:t> o </a:t>
          </a:r>
          <a:r>
            <a:rPr lang="en-US" err="1">
              <a:solidFill>
                <a:srgbClr val="DB0853"/>
              </a:solidFill>
            </a:rPr>
            <a:t>jogo</a:t>
          </a:r>
          <a:r>
            <a:rPr lang="en-US">
              <a:solidFill>
                <a:srgbClr val="DB0853"/>
              </a:solidFill>
            </a:rPr>
            <a:t> </a:t>
          </a:r>
          <a:r>
            <a:rPr lang="en-US" err="1">
              <a:solidFill>
                <a:srgbClr val="DB0853"/>
              </a:solidFill>
            </a:rPr>
            <a:t>MageMat</a:t>
          </a:r>
          <a:r>
            <a:rPr lang="en-US">
              <a:solidFill>
                <a:srgbClr val="DB0853"/>
              </a:solidFill>
            </a:rPr>
            <a:t> para se </a:t>
          </a:r>
          <a:r>
            <a:rPr lang="en-US" err="1">
              <a:solidFill>
                <a:srgbClr val="DB0853"/>
              </a:solidFill>
            </a:rPr>
            <a:t>divertir</a:t>
          </a:r>
          <a:r>
            <a:rPr lang="en-US">
              <a:solidFill>
                <a:srgbClr val="DB0853"/>
              </a:solidFill>
            </a:rPr>
            <a:t> e </a:t>
          </a:r>
          <a:r>
            <a:rPr lang="en-US" err="1">
              <a:solidFill>
                <a:srgbClr val="DB0853"/>
              </a:solidFill>
            </a:rPr>
            <a:t>praticar</a:t>
          </a:r>
          <a:r>
            <a:rPr lang="en-US">
              <a:solidFill>
                <a:srgbClr val="DB0853"/>
              </a:solidFill>
            </a:rPr>
            <a:t> </a:t>
          </a:r>
          <a:r>
            <a:rPr lang="en-US" err="1">
              <a:solidFill>
                <a:srgbClr val="DB0853"/>
              </a:solidFill>
            </a:rPr>
            <a:t>matemática</a:t>
          </a:r>
          <a:endParaRPr lang="en-US">
            <a:solidFill>
              <a:srgbClr val="DB0853"/>
            </a:solidFill>
          </a:endParaRPr>
        </a:p>
      </dgm:t>
    </dgm:pt>
    <dgm:pt modelId="{65070AFF-3BC9-42FC-8533-69BC6ADBB2BF}" type="parTrans" cxnId="{AD95C305-3D4F-4633-8C0D-2B3A4638F584}">
      <dgm:prSet/>
      <dgm:spPr/>
      <dgm:t>
        <a:bodyPr/>
        <a:lstStyle/>
        <a:p>
          <a:endParaRPr lang="en-US"/>
        </a:p>
      </dgm:t>
    </dgm:pt>
    <dgm:pt modelId="{07DB6FEC-1F04-4747-B92B-72B0362B6B1C}" type="sibTrans" cxnId="{AD95C305-3D4F-4633-8C0D-2B3A4638F584}">
      <dgm:prSet/>
      <dgm:spPr/>
      <dgm:t>
        <a:bodyPr/>
        <a:lstStyle/>
        <a:p>
          <a:endParaRPr lang="en-US"/>
        </a:p>
      </dgm:t>
    </dgm:pt>
    <dgm:pt modelId="{555C08E6-7784-4371-904E-187F5D0A3576}">
      <dgm:prSet/>
      <dgm:spPr/>
      <dgm:t>
        <a:bodyPr/>
        <a:lstStyle/>
        <a:p>
          <a:pPr rtl="0"/>
          <a:r>
            <a:rPr lang="en-US"/>
            <a:t>17:00 – </a:t>
          </a:r>
          <a:r>
            <a:rPr lang="en-US" err="1"/>
            <a:t>Assiste</a:t>
          </a:r>
          <a:r>
            <a:rPr lang="en-US">
              <a:latin typeface="Calibri Light" panose="020F0302020204030204"/>
            </a:rPr>
            <a:t> e Joga</a:t>
          </a:r>
          <a:r>
            <a:rPr lang="en-US"/>
            <a:t> no </a:t>
          </a:r>
          <a:r>
            <a:rPr lang="en-US" err="1"/>
            <a:t>computador</a:t>
          </a:r>
          <a:r>
            <a:rPr lang="en-US"/>
            <a:t> </a:t>
          </a:r>
        </a:p>
      </dgm:t>
    </dgm:pt>
    <dgm:pt modelId="{A0E946A6-659F-4DB0-8ADE-412EB87F19AC}" type="parTrans" cxnId="{13E07485-B29D-4027-A083-772DE0BB1F0E}">
      <dgm:prSet/>
      <dgm:spPr/>
      <dgm:t>
        <a:bodyPr/>
        <a:lstStyle/>
        <a:p>
          <a:endParaRPr lang="en-US"/>
        </a:p>
      </dgm:t>
    </dgm:pt>
    <dgm:pt modelId="{2B6215E6-7FAA-44C5-B10B-8FFF6F33E124}" type="sibTrans" cxnId="{13E07485-B29D-4027-A083-772DE0BB1F0E}">
      <dgm:prSet/>
      <dgm:spPr/>
      <dgm:t>
        <a:bodyPr/>
        <a:lstStyle/>
        <a:p>
          <a:endParaRPr lang="en-US"/>
        </a:p>
      </dgm:t>
    </dgm:pt>
    <dgm:pt modelId="{271FA876-774C-467E-A34B-E3D29E65B8DD}">
      <dgm:prSet/>
      <dgm:spPr/>
      <dgm:t>
        <a:bodyPr/>
        <a:lstStyle/>
        <a:p>
          <a:r>
            <a:rPr lang="en-US"/>
            <a:t>19:00 - Janta</a:t>
          </a:r>
        </a:p>
      </dgm:t>
    </dgm:pt>
    <dgm:pt modelId="{35AD1FCF-C631-402A-8E77-C0B8A84250D0}" type="parTrans" cxnId="{2F89C963-C991-44D2-A7FE-3E638FF9FED7}">
      <dgm:prSet/>
      <dgm:spPr/>
      <dgm:t>
        <a:bodyPr/>
        <a:lstStyle/>
        <a:p>
          <a:endParaRPr lang="en-US"/>
        </a:p>
      </dgm:t>
    </dgm:pt>
    <dgm:pt modelId="{366FAF05-A46E-49E9-ACBC-23C7FEE59F0D}" type="sibTrans" cxnId="{2F89C963-C991-44D2-A7FE-3E638FF9FED7}">
      <dgm:prSet/>
      <dgm:spPr/>
      <dgm:t>
        <a:bodyPr/>
        <a:lstStyle/>
        <a:p>
          <a:endParaRPr lang="en-US"/>
        </a:p>
      </dgm:t>
    </dgm:pt>
    <dgm:pt modelId="{DFA1B36C-4995-47DA-B42E-EB554B8BFB9D}">
      <dgm:prSet/>
      <dgm:spPr/>
      <dgm:t>
        <a:bodyPr/>
        <a:lstStyle/>
        <a:p>
          <a:pPr rtl="0"/>
          <a:r>
            <a:rPr lang="en-US"/>
            <a:t>20:00 - </a:t>
          </a:r>
          <a:r>
            <a:rPr lang="en-US" err="1"/>
            <a:t>Brinca</a:t>
          </a:r>
          <a:r>
            <a:rPr lang="en-US"/>
            <a:t> com o </a:t>
          </a:r>
          <a:r>
            <a:rPr lang="en-US" err="1"/>
            <a:t>irmão</a:t>
          </a:r>
          <a:r>
            <a:rPr lang="en-US">
              <a:latin typeface="Calibri Light" panose="020F0302020204030204"/>
            </a:rPr>
            <a:t> e </a:t>
          </a:r>
          <a:r>
            <a:rPr lang="en-US" err="1">
              <a:latin typeface="Calibri Light" panose="020F0302020204030204"/>
            </a:rPr>
            <a:t>sua</a:t>
          </a:r>
          <a:r>
            <a:rPr lang="en-US">
              <a:latin typeface="Calibri Light" panose="020F0302020204030204"/>
            </a:rPr>
            <a:t> mãe </a:t>
          </a:r>
          <a:endParaRPr lang="en-US"/>
        </a:p>
      </dgm:t>
    </dgm:pt>
    <dgm:pt modelId="{E74419E3-5138-4B00-9A2F-18B0AB6115E7}" type="parTrans" cxnId="{1936CE8C-4357-4113-9EFD-4BB9A9D45C03}">
      <dgm:prSet/>
      <dgm:spPr/>
      <dgm:t>
        <a:bodyPr/>
        <a:lstStyle/>
        <a:p>
          <a:endParaRPr lang="en-US"/>
        </a:p>
      </dgm:t>
    </dgm:pt>
    <dgm:pt modelId="{F0DD45E7-1B38-4AA3-B1D8-6F5F37B63209}" type="sibTrans" cxnId="{1936CE8C-4357-4113-9EFD-4BB9A9D45C03}">
      <dgm:prSet/>
      <dgm:spPr/>
      <dgm:t>
        <a:bodyPr/>
        <a:lstStyle/>
        <a:p>
          <a:endParaRPr lang="en-US"/>
        </a:p>
      </dgm:t>
    </dgm:pt>
    <dgm:pt modelId="{9ABED402-304C-4808-81EE-9A2D2CB69A54}">
      <dgm:prSet/>
      <dgm:spPr/>
      <dgm:t>
        <a:bodyPr/>
        <a:lstStyle/>
        <a:p>
          <a:r>
            <a:rPr lang="en-US"/>
            <a:t>21:00 - Se </a:t>
          </a:r>
          <a:r>
            <a:rPr lang="en-US" err="1"/>
            <a:t>prepara</a:t>
          </a:r>
          <a:r>
            <a:rPr lang="en-US"/>
            <a:t> para </a:t>
          </a:r>
          <a:r>
            <a:rPr lang="en-US" err="1"/>
            <a:t>dormir</a:t>
          </a:r>
          <a:r>
            <a:rPr lang="en-US"/>
            <a:t> </a:t>
          </a:r>
        </a:p>
      </dgm:t>
    </dgm:pt>
    <dgm:pt modelId="{BD74D4EE-2B49-4909-A6AC-308F3645C73A}" type="parTrans" cxnId="{2791C5EA-512B-4105-BEF9-72A9DBD3587C}">
      <dgm:prSet/>
      <dgm:spPr/>
      <dgm:t>
        <a:bodyPr/>
        <a:lstStyle/>
        <a:p>
          <a:endParaRPr lang="en-US"/>
        </a:p>
      </dgm:t>
    </dgm:pt>
    <dgm:pt modelId="{21122125-0C2A-42A0-86A0-A4C0C0D1F77D}" type="sibTrans" cxnId="{2791C5EA-512B-4105-BEF9-72A9DBD3587C}">
      <dgm:prSet/>
      <dgm:spPr/>
      <dgm:t>
        <a:bodyPr/>
        <a:lstStyle/>
        <a:p>
          <a:endParaRPr lang="en-US"/>
        </a:p>
      </dgm:t>
    </dgm:pt>
    <dgm:pt modelId="{ED2DD396-1247-43CF-8AB5-85BE193F46CF}">
      <dgm:prSet/>
      <dgm:spPr/>
      <dgm:t>
        <a:bodyPr/>
        <a:lstStyle/>
        <a:p>
          <a:r>
            <a:rPr lang="en-US"/>
            <a:t>21:30 - </a:t>
          </a:r>
          <a:r>
            <a:rPr lang="en-US" err="1"/>
            <a:t>Dorme</a:t>
          </a:r>
        </a:p>
      </dgm:t>
    </dgm:pt>
    <dgm:pt modelId="{5276CB67-2436-419B-A273-8DC233CB8679}" type="parTrans" cxnId="{216BCB0C-6CBD-4B20-9D98-1901A1D4ED47}">
      <dgm:prSet/>
      <dgm:spPr/>
      <dgm:t>
        <a:bodyPr/>
        <a:lstStyle/>
        <a:p>
          <a:endParaRPr lang="en-US"/>
        </a:p>
      </dgm:t>
    </dgm:pt>
    <dgm:pt modelId="{BB80209F-7042-438A-9F24-499BF7873CA7}" type="sibTrans" cxnId="{216BCB0C-6CBD-4B20-9D98-1901A1D4ED47}">
      <dgm:prSet/>
      <dgm:spPr/>
      <dgm:t>
        <a:bodyPr/>
        <a:lstStyle/>
        <a:p>
          <a:endParaRPr lang="en-US"/>
        </a:p>
      </dgm:t>
    </dgm:pt>
    <dgm:pt modelId="{B4A84E2C-D18C-4BB1-A110-2734663513EF}" type="pres">
      <dgm:prSet presAssocID="{4E935B2C-AEC8-4568-8665-2F1195CF3228}" presName="diagram" presStyleCnt="0">
        <dgm:presLayoutVars>
          <dgm:dir/>
          <dgm:resizeHandles val="exact"/>
        </dgm:presLayoutVars>
      </dgm:prSet>
      <dgm:spPr/>
    </dgm:pt>
    <dgm:pt modelId="{40DF12F1-87C8-4FD3-B721-1AF2B3CD9A1C}" type="pres">
      <dgm:prSet presAssocID="{89BCE61A-1A3F-421B-9285-311BF590F889}" presName="node" presStyleLbl="node1" presStyleIdx="0" presStyleCnt="12">
        <dgm:presLayoutVars>
          <dgm:bulletEnabled val="1"/>
        </dgm:presLayoutVars>
      </dgm:prSet>
      <dgm:spPr/>
    </dgm:pt>
    <dgm:pt modelId="{CA13F9A5-73BE-43EE-BE50-4B69993E9152}" type="pres">
      <dgm:prSet presAssocID="{63531D00-9DFC-49CF-8335-A8CC02F32ACF}" presName="sibTrans" presStyleCnt="0"/>
      <dgm:spPr/>
    </dgm:pt>
    <dgm:pt modelId="{F0B6C7CE-41EB-461D-935F-60EBE67D8C4E}" type="pres">
      <dgm:prSet presAssocID="{B089FC53-571A-45D7-8457-A06F4CBC5C85}" presName="node" presStyleLbl="node1" presStyleIdx="1" presStyleCnt="12">
        <dgm:presLayoutVars>
          <dgm:bulletEnabled val="1"/>
        </dgm:presLayoutVars>
      </dgm:prSet>
      <dgm:spPr/>
    </dgm:pt>
    <dgm:pt modelId="{639F3494-FE07-478E-A87F-F18118119E89}" type="pres">
      <dgm:prSet presAssocID="{2F9EA330-BEBF-4D06-89C3-14F6C90D600B}" presName="sibTrans" presStyleCnt="0"/>
      <dgm:spPr/>
    </dgm:pt>
    <dgm:pt modelId="{790F7F45-E88A-40A0-BC78-7504992CFA59}" type="pres">
      <dgm:prSet presAssocID="{11671005-5068-4237-BF46-5277EC49C70F}" presName="node" presStyleLbl="node1" presStyleIdx="2" presStyleCnt="12">
        <dgm:presLayoutVars>
          <dgm:bulletEnabled val="1"/>
        </dgm:presLayoutVars>
      </dgm:prSet>
      <dgm:spPr/>
    </dgm:pt>
    <dgm:pt modelId="{5DF85F11-242D-4A65-8A10-4828C197E0BC}" type="pres">
      <dgm:prSet presAssocID="{1F05C171-D099-4C32-B611-A7465BA5DB90}" presName="sibTrans" presStyleCnt="0"/>
      <dgm:spPr/>
    </dgm:pt>
    <dgm:pt modelId="{4044702B-C3B7-4533-BD26-0F3EB86331F1}" type="pres">
      <dgm:prSet presAssocID="{FB4778C6-10F8-47B7-B6AA-C4ADB752388A}" presName="node" presStyleLbl="node1" presStyleIdx="3" presStyleCnt="12">
        <dgm:presLayoutVars>
          <dgm:bulletEnabled val="1"/>
        </dgm:presLayoutVars>
      </dgm:prSet>
      <dgm:spPr/>
    </dgm:pt>
    <dgm:pt modelId="{6D87EF09-0DF1-4F3C-BE45-5E5A1FDBDD00}" type="pres">
      <dgm:prSet presAssocID="{CFF74EBA-0B48-423F-B6C2-97B9B122CCA5}" presName="sibTrans" presStyleCnt="0"/>
      <dgm:spPr/>
    </dgm:pt>
    <dgm:pt modelId="{D773512F-1FB4-4E8A-AE92-D7A9DE07FF6E}" type="pres">
      <dgm:prSet presAssocID="{A1478FFE-4EE3-4B31-8AEA-29F7F6929EC3}" presName="node" presStyleLbl="node1" presStyleIdx="4" presStyleCnt="12">
        <dgm:presLayoutVars>
          <dgm:bulletEnabled val="1"/>
        </dgm:presLayoutVars>
      </dgm:prSet>
      <dgm:spPr/>
    </dgm:pt>
    <dgm:pt modelId="{1A65F0F0-526F-49B7-8902-9366CABB46B6}" type="pres">
      <dgm:prSet presAssocID="{FB877B62-AE83-40E9-AE2C-547C1A12205A}" presName="sibTrans" presStyleCnt="0"/>
      <dgm:spPr/>
    </dgm:pt>
    <dgm:pt modelId="{EAB7A019-06CA-4534-9C46-037FD5A71A08}" type="pres">
      <dgm:prSet presAssocID="{07A2601C-32B3-43D5-8510-91C6CF631620}" presName="node" presStyleLbl="node1" presStyleIdx="5" presStyleCnt="12">
        <dgm:presLayoutVars>
          <dgm:bulletEnabled val="1"/>
        </dgm:presLayoutVars>
      </dgm:prSet>
      <dgm:spPr/>
    </dgm:pt>
    <dgm:pt modelId="{9E36AD44-FD77-4207-B24D-FC09AD3DF4FA}" type="pres">
      <dgm:prSet presAssocID="{FF25EFA6-639B-42E5-BAA3-BD0AC3A8B0A3}" presName="sibTrans" presStyleCnt="0"/>
      <dgm:spPr/>
    </dgm:pt>
    <dgm:pt modelId="{0C42D59D-808D-49DB-A6A4-5CFF49A7BFCB}" type="pres">
      <dgm:prSet presAssocID="{78AA1239-832B-41FF-8282-6783F489010B}" presName="node" presStyleLbl="node1" presStyleIdx="6" presStyleCnt="12">
        <dgm:presLayoutVars>
          <dgm:bulletEnabled val="1"/>
        </dgm:presLayoutVars>
      </dgm:prSet>
      <dgm:spPr/>
    </dgm:pt>
    <dgm:pt modelId="{3A08C5C2-0D0C-4BBC-B566-B08AB83B6100}" type="pres">
      <dgm:prSet presAssocID="{07DB6FEC-1F04-4747-B92B-72B0362B6B1C}" presName="sibTrans" presStyleCnt="0"/>
      <dgm:spPr/>
    </dgm:pt>
    <dgm:pt modelId="{EB126B8D-3B1C-44E0-8EE5-D8E94770C654}" type="pres">
      <dgm:prSet presAssocID="{555C08E6-7784-4371-904E-187F5D0A3576}" presName="node" presStyleLbl="node1" presStyleIdx="7" presStyleCnt="12">
        <dgm:presLayoutVars>
          <dgm:bulletEnabled val="1"/>
        </dgm:presLayoutVars>
      </dgm:prSet>
      <dgm:spPr/>
    </dgm:pt>
    <dgm:pt modelId="{B2A1A425-E925-470C-9623-B7E06C8A1296}" type="pres">
      <dgm:prSet presAssocID="{2B6215E6-7FAA-44C5-B10B-8FFF6F33E124}" presName="sibTrans" presStyleCnt="0"/>
      <dgm:spPr/>
    </dgm:pt>
    <dgm:pt modelId="{145F1FD4-FE8F-4672-A42B-C360E3E32E28}" type="pres">
      <dgm:prSet presAssocID="{271FA876-774C-467E-A34B-E3D29E65B8DD}" presName="node" presStyleLbl="node1" presStyleIdx="8" presStyleCnt="12">
        <dgm:presLayoutVars>
          <dgm:bulletEnabled val="1"/>
        </dgm:presLayoutVars>
      </dgm:prSet>
      <dgm:spPr/>
    </dgm:pt>
    <dgm:pt modelId="{BEFE7F05-F380-4C21-9DB2-93668712775A}" type="pres">
      <dgm:prSet presAssocID="{366FAF05-A46E-49E9-ACBC-23C7FEE59F0D}" presName="sibTrans" presStyleCnt="0"/>
      <dgm:spPr/>
    </dgm:pt>
    <dgm:pt modelId="{12B1BE7B-BA66-4534-862D-0E4B81EEFDF9}" type="pres">
      <dgm:prSet presAssocID="{DFA1B36C-4995-47DA-B42E-EB554B8BFB9D}" presName="node" presStyleLbl="node1" presStyleIdx="9" presStyleCnt="12">
        <dgm:presLayoutVars>
          <dgm:bulletEnabled val="1"/>
        </dgm:presLayoutVars>
      </dgm:prSet>
      <dgm:spPr/>
    </dgm:pt>
    <dgm:pt modelId="{97ABA8F3-E77C-4381-A889-D96385E5F314}" type="pres">
      <dgm:prSet presAssocID="{F0DD45E7-1B38-4AA3-B1D8-6F5F37B63209}" presName="sibTrans" presStyleCnt="0"/>
      <dgm:spPr/>
    </dgm:pt>
    <dgm:pt modelId="{62D4F7AA-D62B-46C9-B342-BFD284B54907}" type="pres">
      <dgm:prSet presAssocID="{9ABED402-304C-4808-81EE-9A2D2CB69A54}" presName="node" presStyleLbl="node1" presStyleIdx="10" presStyleCnt="12">
        <dgm:presLayoutVars>
          <dgm:bulletEnabled val="1"/>
        </dgm:presLayoutVars>
      </dgm:prSet>
      <dgm:spPr/>
    </dgm:pt>
    <dgm:pt modelId="{5BABCFD2-A135-4DE1-8694-B6D09B930A73}" type="pres">
      <dgm:prSet presAssocID="{21122125-0C2A-42A0-86A0-A4C0C0D1F77D}" presName="sibTrans" presStyleCnt="0"/>
      <dgm:spPr/>
    </dgm:pt>
    <dgm:pt modelId="{52D83E47-540C-482F-B18D-AC93D3A40FFE}" type="pres">
      <dgm:prSet presAssocID="{ED2DD396-1247-43CF-8AB5-85BE193F46CF}" presName="node" presStyleLbl="node1" presStyleIdx="11" presStyleCnt="12">
        <dgm:presLayoutVars>
          <dgm:bulletEnabled val="1"/>
        </dgm:presLayoutVars>
      </dgm:prSet>
      <dgm:spPr/>
    </dgm:pt>
  </dgm:ptLst>
  <dgm:cxnLst>
    <dgm:cxn modelId="{AD95C305-3D4F-4633-8C0D-2B3A4638F584}" srcId="{4E935B2C-AEC8-4568-8665-2F1195CF3228}" destId="{78AA1239-832B-41FF-8282-6783F489010B}" srcOrd="6" destOrd="0" parTransId="{65070AFF-3BC9-42FC-8533-69BC6ADBB2BF}" sibTransId="{07DB6FEC-1F04-4747-B92B-72B0362B6B1C}"/>
    <dgm:cxn modelId="{216BCB0C-6CBD-4B20-9D98-1901A1D4ED47}" srcId="{4E935B2C-AEC8-4568-8665-2F1195CF3228}" destId="{ED2DD396-1247-43CF-8AB5-85BE193F46CF}" srcOrd="11" destOrd="0" parTransId="{5276CB67-2436-419B-A273-8DC233CB8679}" sibTransId="{BB80209F-7042-438A-9F24-499BF7873CA7}"/>
    <dgm:cxn modelId="{8A04F30E-CE89-4F73-BF48-5807229F1F26}" srcId="{4E935B2C-AEC8-4568-8665-2F1195CF3228}" destId="{FB4778C6-10F8-47B7-B6AA-C4ADB752388A}" srcOrd="3" destOrd="0" parTransId="{D6239508-C672-4555-960F-6EB51B7FA1E5}" sibTransId="{CFF74EBA-0B48-423F-B6C2-97B9B122CCA5}"/>
    <dgm:cxn modelId="{C3A43B1B-2F21-44CE-A01A-94BCB9A704F9}" type="presOf" srcId="{89BCE61A-1A3F-421B-9285-311BF590F889}" destId="{40DF12F1-87C8-4FD3-B721-1AF2B3CD9A1C}" srcOrd="0" destOrd="0" presId="urn:microsoft.com/office/officeart/2005/8/layout/default"/>
    <dgm:cxn modelId="{F60AF02E-F580-4F49-9321-A93622C591E1}" srcId="{4E935B2C-AEC8-4568-8665-2F1195CF3228}" destId="{A1478FFE-4EE3-4B31-8AEA-29F7F6929EC3}" srcOrd="4" destOrd="0" parTransId="{63157265-494A-45B6-981D-66CA25A20795}" sibTransId="{FB877B62-AE83-40E9-AE2C-547C1A12205A}"/>
    <dgm:cxn modelId="{5F7E4737-85ED-4564-B8A5-88984EF23537}" type="presOf" srcId="{FB4778C6-10F8-47B7-B6AA-C4ADB752388A}" destId="{4044702B-C3B7-4533-BD26-0F3EB86331F1}" srcOrd="0" destOrd="0" presId="urn:microsoft.com/office/officeart/2005/8/layout/default"/>
    <dgm:cxn modelId="{739CD837-0601-49B5-A409-4B1DACEC261E}" type="presOf" srcId="{11671005-5068-4237-BF46-5277EC49C70F}" destId="{790F7F45-E88A-40A0-BC78-7504992CFA59}" srcOrd="0" destOrd="0" presId="urn:microsoft.com/office/officeart/2005/8/layout/default"/>
    <dgm:cxn modelId="{D9E54761-A5AE-4EF6-BC8D-A0BDE1EEE303}" type="presOf" srcId="{555C08E6-7784-4371-904E-187F5D0A3576}" destId="{EB126B8D-3B1C-44E0-8EE5-D8E94770C654}" srcOrd="0" destOrd="0" presId="urn:microsoft.com/office/officeart/2005/8/layout/default"/>
    <dgm:cxn modelId="{2F89C963-C991-44D2-A7FE-3E638FF9FED7}" srcId="{4E935B2C-AEC8-4568-8665-2F1195CF3228}" destId="{271FA876-774C-467E-A34B-E3D29E65B8DD}" srcOrd="8" destOrd="0" parTransId="{35AD1FCF-C631-402A-8E77-C0B8A84250D0}" sibTransId="{366FAF05-A46E-49E9-ACBC-23C7FEE59F0D}"/>
    <dgm:cxn modelId="{44DDBE47-FCC2-484F-98FE-D191B1DC74E8}" type="presOf" srcId="{4E935B2C-AEC8-4568-8665-2F1195CF3228}" destId="{B4A84E2C-D18C-4BB1-A110-2734663513EF}" srcOrd="0" destOrd="0" presId="urn:microsoft.com/office/officeart/2005/8/layout/default"/>
    <dgm:cxn modelId="{DCA21E4B-8E53-4B1E-9B02-76B5BC08E3F9}" type="presOf" srcId="{B089FC53-571A-45D7-8457-A06F4CBC5C85}" destId="{F0B6C7CE-41EB-461D-935F-60EBE67D8C4E}" srcOrd="0" destOrd="0" presId="urn:microsoft.com/office/officeart/2005/8/layout/default"/>
    <dgm:cxn modelId="{1F55EE72-3EF8-47CD-8F28-8E5A4F8BB7F1}" srcId="{4E935B2C-AEC8-4568-8665-2F1195CF3228}" destId="{B089FC53-571A-45D7-8457-A06F4CBC5C85}" srcOrd="1" destOrd="0" parTransId="{05A10D09-E2CA-455E-9669-3CE365E2D6AA}" sibTransId="{2F9EA330-BEBF-4D06-89C3-14F6C90D600B}"/>
    <dgm:cxn modelId="{C3DB8959-A184-41C7-8745-D78BC003AF6D}" type="presOf" srcId="{DFA1B36C-4995-47DA-B42E-EB554B8BFB9D}" destId="{12B1BE7B-BA66-4534-862D-0E4B81EEFDF9}" srcOrd="0" destOrd="0" presId="urn:microsoft.com/office/officeart/2005/8/layout/default"/>
    <dgm:cxn modelId="{9C76D75A-27D6-45A3-98F5-57E840C0A15B}" type="presOf" srcId="{A1478FFE-4EE3-4B31-8AEA-29F7F6929EC3}" destId="{D773512F-1FB4-4E8A-AE92-D7A9DE07FF6E}" srcOrd="0" destOrd="0" presId="urn:microsoft.com/office/officeart/2005/8/layout/default"/>
    <dgm:cxn modelId="{F928417C-041A-45AB-A144-873A5B986230}" type="presOf" srcId="{271FA876-774C-467E-A34B-E3D29E65B8DD}" destId="{145F1FD4-FE8F-4672-A42B-C360E3E32E28}" srcOrd="0" destOrd="0" presId="urn:microsoft.com/office/officeart/2005/8/layout/default"/>
    <dgm:cxn modelId="{7173877D-DA53-4179-BAFD-7563D0F4282E}" type="presOf" srcId="{ED2DD396-1247-43CF-8AB5-85BE193F46CF}" destId="{52D83E47-540C-482F-B18D-AC93D3A40FFE}" srcOrd="0" destOrd="0" presId="urn:microsoft.com/office/officeart/2005/8/layout/default"/>
    <dgm:cxn modelId="{22CDD97D-A290-4BEC-9A64-08291CAD26D6}" type="presOf" srcId="{9ABED402-304C-4808-81EE-9A2D2CB69A54}" destId="{62D4F7AA-D62B-46C9-B342-BFD284B54907}" srcOrd="0" destOrd="0" presId="urn:microsoft.com/office/officeart/2005/8/layout/default"/>
    <dgm:cxn modelId="{13E07485-B29D-4027-A083-772DE0BB1F0E}" srcId="{4E935B2C-AEC8-4568-8665-2F1195CF3228}" destId="{555C08E6-7784-4371-904E-187F5D0A3576}" srcOrd="7" destOrd="0" parTransId="{A0E946A6-659F-4DB0-8ADE-412EB87F19AC}" sibTransId="{2B6215E6-7FAA-44C5-B10B-8FFF6F33E124}"/>
    <dgm:cxn modelId="{1936CE8C-4357-4113-9EFD-4BB9A9D45C03}" srcId="{4E935B2C-AEC8-4568-8665-2F1195CF3228}" destId="{DFA1B36C-4995-47DA-B42E-EB554B8BFB9D}" srcOrd="9" destOrd="0" parTransId="{E74419E3-5138-4B00-9A2F-18B0AB6115E7}" sibTransId="{F0DD45E7-1B38-4AA3-B1D8-6F5F37B63209}"/>
    <dgm:cxn modelId="{FE9DF2AF-98CE-4CF7-AE61-F6744172ECE9}" srcId="{4E935B2C-AEC8-4568-8665-2F1195CF3228}" destId="{07A2601C-32B3-43D5-8510-91C6CF631620}" srcOrd="5" destOrd="0" parTransId="{E3DF9139-65EC-4AAE-935D-A3EF7F2D36CA}" sibTransId="{FF25EFA6-639B-42E5-BAA3-BD0AC3A8B0A3}"/>
    <dgm:cxn modelId="{0EDFE3B3-5F43-47C1-8A39-5BD546EF17E9}" srcId="{4E935B2C-AEC8-4568-8665-2F1195CF3228}" destId="{89BCE61A-1A3F-421B-9285-311BF590F889}" srcOrd="0" destOrd="0" parTransId="{4F30A936-E20C-4EF7-9824-668851ABFE26}" sibTransId="{63531D00-9DFC-49CF-8335-A8CC02F32ACF}"/>
    <dgm:cxn modelId="{726EF0DA-37A4-416B-AFC5-35FCD9A99C88}" srcId="{4E935B2C-AEC8-4568-8665-2F1195CF3228}" destId="{11671005-5068-4237-BF46-5277EC49C70F}" srcOrd="2" destOrd="0" parTransId="{F5C9BD3D-CC11-4F0B-AE01-B30A10ECEBBF}" sibTransId="{1F05C171-D099-4C32-B611-A7465BA5DB90}"/>
    <dgm:cxn modelId="{DB11C7E6-F57F-47F0-8DC9-69E59CEA09F2}" type="presOf" srcId="{78AA1239-832B-41FF-8282-6783F489010B}" destId="{0C42D59D-808D-49DB-A6A4-5CFF49A7BFCB}" srcOrd="0" destOrd="0" presId="urn:microsoft.com/office/officeart/2005/8/layout/default"/>
    <dgm:cxn modelId="{2791C5EA-512B-4105-BEF9-72A9DBD3587C}" srcId="{4E935B2C-AEC8-4568-8665-2F1195CF3228}" destId="{9ABED402-304C-4808-81EE-9A2D2CB69A54}" srcOrd="10" destOrd="0" parTransId="{BD74D4EE-2B49-4909-A6AC-308F3645C73A}" sibTransId="{21122125-0C2A-42A0-86A0-A4C0C0D1F77D}"/>
    <dgm:cxn modelId="{53465AF4-5F85-4210-B8D2-801113FFCDA1}" type="presOf" srcId="{07A2601C-32B3-43D5-8510-91C6CF631620}" destId="{EAB7A019-06CA-4534-9C46-037FD5A71A08}" srcOrd="0" destOrd="0" presId="urn:microsoft.com/office/officeart/2005/8/layout/default"/>
    <dgm:cxn modelId="{5B3954B2-F6B6-4684-8C36-AE934B68105A}" type="presParOf" srcId="{B4A84E2C-D18C-4BB1-A110-2734663513EF}" destId="{40DF12F1-87C8-4FD3-B721-1AF2B3CD9A1C}" srcOrd="0" destOrd="0" presId="urn:microsoft.com/office/officeart/2005/8/layout/default"/>
    <dgm:cxn modelId="{E15CA996-76C9-42ED-85EC-5FCE95B7B097}" type="presParOf" srcId="{B4A84E2C-D18C-4BB1-A110-2734663513EF}" destId="{CA13F9A5-73BE-43EE-BE50-4B69993E9152}" srcOrd="1" destOrd="0" presId="urn:microsoft.com/office/officeart/2005/8/layout/default"/>
    <dgm:cxn modelId="{FB5CF04C-BC32-448F-A4D9-8C7B4A52E88A}" type="presParOf" srcId="{B4A84E2C-D18C-4BB1-A110-2734663513EF}" destId="{F0B6C7CE-41EB-461D-935F-60EBE67D8C4E}" srcOrd="2" destOrd="0" presId="urn:microsoft.com/office/officeart/2005/8/layout/default"/>
    <dgm:cxn modelId="{5D6DE8DF-F3D7-4493-BCFB-54E075AF51E6}" type="presParOf" srcId="{B4A84E2C-D18C-4BB1-A110-2734663513EF}" destId="{639F3494-FE07-478E-A87F-F18118119E89}" srcOrd="3" destOrd="0" presId="urn:microsoft.com/office/officeart/2005/8/layout/default"/>
    <dgm:cxn modelId="{D8446701-0BE0-4D38-8409-58F4F15F85BE}" type="presParOf" srcId="{B4A84E2C-D18C-4BB1-A110-2734663513EF}" destId="{790F7F45-E88A-40A0-BC78-7504992CFA59}" srcOrd="4" destOrd="0" presId="urn:microsoft.com/office/officeart/2005/8/layout/default"/>
    <dgm:cxn modelId="{57229A4F-D4BC-4014-B5AB-9D14D2E0FA90}" type="presParOf" srcId="{B4A84E2C-D18C-4BB1-A110-2734663513EF}" destId="{5DF85F11-242D-4A65-8A10-4828C197E0BC}" srcOrd="5" destOrd="0" presId="urn:microsoft.com/office/officeart/2005/8/layout/default"/>
    <dgm:cxn modelId="{F98BF09D-65E9-47CF-8A6C-0B7220318975}" type="presParOf" srcId="{B4A84E2C-D18C-4BB1-A110-2734663513EF}" destId="{4044702B-C3B7-4533-BD26-0F3EB86331F1}" srcOrd="6" destOrd="0" presId="urn:microsoft.com/office/officeart/2005/8/layout/default"/>
    <dgm:cxn modelId="{7D9A5A68-0F02-412E-BA50-CF7788A8858D}" type="presParOf" srcId="{B4A84E2C-D18C-4BB1-A110-2734663513EF}" destId="{6D87EF09-0DF1-4F3C-BE45-5E5A1FDBDD00}" srcOrd="7" destOrd="0" presId="urn:microsoft.com/office/officeart/2005/8/layout/default"/>
    <dgm:cxn modelId="{61C35CC5-4510-4950-AA77-168BE3637757}" type="presParOf" srcId="{B4A84E2C-D18C-4BB1-A110-2734663513EF}" destId="{D773512F-1FB4-4E8A-AE92-D7A9DE07FF6E}" srcOrd="8" destOrd="0" presId="urn:microsoft.com/office/officeart/2005/8/layout/default"/>
    <dgm:cxn modelId="{110AF4F4-921A-45B8-8A11-E5B7B101533C}" type="presParOf" srcId="{B4A84E2C-D18C-4BB1-A110-2734663513EF}" destId="{1A65F0F0-526F-49B7-8902-9366CABB46B6}" srcOrd="9" destOrd="0" presId="urn:microsoft.com/office/officeart/2005/8/layout/default"/>
    <dgm:cxn modelId="{2BE5A7A1-6EBA-4D34-B410-AD34ACCA564B}" type="presParOf" srcId="{B4A84E2C-D18C-4BB1-A110-2734663513EF}" destId="{EAB7A019-06CA-4534-9C46-037FD5A71A08}" srcOrd="10" destOrd="0" presId="urn:microsoft.com/office/officeart/2005/8/layout/default"/>
    <dgm:cxn modelId="{69DE0F02-0238-4B84-BD92-B9A0B7345166}" type="presParOf" srcId="{B4A84E2C-D18C-4BB1-A110-2734663513EF}" destId="{9E36AD44-FD77-4207-B24D-FC09AD3DF4FA}" srcOrd="11" destOrd="0" presId="urn:microsoft.com/office/officeart/2005/8/layout/default"/>
    <dgm:cxn modelId="{57560E33-D73B-47FB-BBCB-AD2E74F5D43E}" type="presParOf" srcId="{B4A84E2C-D18C-4BB1-A110-2734663513EF}" destId="{0C42D59D-808D-49DB-A6A4-5CFF49A7BFCB}" srcOrd="12" destOrd="0" presId="urn:microsoft.com/office/officeart/2005/8/layout/default"/>
    <dgm:cxn modelId="{99560B71-FB3C-4C44-B7BE-630BC81BD071}" type="presParOf" srcId="{B4A84E2C-D18C-4BB1-A110-2734663513EF}" destId="{3A08C5C2-0D0C-4BBC-B566-B08AB83B6100}" srcOrd="13" destOrd="0" presId="urn:microsoft.com/office/officeart/2005/8/layout/default"/>
    <dgm:cxn modelId="{FE0307FF-27F4-457E-A426-136077AE026D}" type="presParOf" srcId="{B4A84E2C-D18C-4BB1-A110-2734663513EF}" destId="{EB126B8D-3B1C-44E0-8EE5-D8E94770C654}" srcOrd="14" destOrd="0" presId="urn:microsoft.com/office/officeart/2005/8/layout/default"/>
    <dgm:cxn modelId="{7EE89345-2ECB-42D9-98DC-F39DD5B1F796}" type="presParOf" srcId="{B4A84E2C-D18C-4BB1-A110-2734663513EF}" destId="{B2A1A425-E925-470C-9623-B7E06C8A1296}" srcOrd="15" destOrd="0" presId="urn:microsoft.com/office/officeart/2005/8/layout/default"/>
    <dgm:cxn modelId="{04CDAE88-34A2-42E4-9904-9E967A8A6B00}" type="presParOf" srcId="{B4A84E2C-D18C-4BB1-A110-2734663513EF}" destId="{145F1FD4-FE8F-4672-A42B-C360E3E32E28}" srcOrd="16" destOrd="0" presId="urn:microsoft.com/office/officeart/2005/8/layout/default"/>
    <dgm:cxn modelId="{1FD54293-6BA1-4D42-BE9C-DB048B48A504}" type="presParOf" srcId="{B4A84E2C-D18C-4BB1-A110-2734663513EF}" destId="{BEFE7F05-F380-4C21-9DB2-93668712775A}" srcOrd="17" destOrd="0" presId="urn:microsoft.com/office/officeart/2005/8/layout/default"/>
    <dgm:cxn modelId="{8CF261E8-C784-4954-96A9-732561D5F193}" type="presParOf" srcId="{B4A84E2C-D18C-4BB1-A110-2734663513EF}" destId="{12B1BE7B-BA66-4534-862D-0E4B81EEFDF9}" srcOrd="18" destOrd="0" presId="urn:microsoft.com/office/officeart/2005/8/layout/default"/>
    <dgm:cxn modelId="{E9689C39-E50B-491F-83DF-03D9096AAC0E}" type="presParOf" srcId="{B4A84E2C-D18C-4BB1-A110-2734663513EF}" destId="{97ABA8F3-E77C-4381-A889-D96385E5F314}" srcOrd="19" destOrd="0" presId="urn:microsoft.com/office/officeart/2005/8/layout/default"/>
    <dgm:cxn modelId="{87DCE074-0892-4E16-9890-C3DE6279269D}" type="presParOf" srcId="{B4A84E2C-D18C-4BB1-A110-2734663513EF}" destId="{62D4F7AA-D62B-46C9-B342-BFD284B54907}" srcOrd="20" destOrd="0" presId="urn:microsoft.com/office/officeart/2005/8/layout/default"/>
    <dgm:cxn modelId="{55479460-B7E9-4B42-9FC7-551F9F57AF2F}" type="presParOf" srcId="{B4A84E2C-D18C-4BB1-A110-2734663513EF}" destId="{5BABCFD2-A135-4DE1-8694-B6D09B930A73}" srcOrd="21" destOrd="0" presId="urn:microsoft.com/office/officeart/2005/8/layout/default"/>
    <dgm:cxn modelId="{3B4EC60D-85DC-4620-9E1D-6F602665AE9A}" type="presParOf" srcId="{B4A84E2C-D18C-4BB1-A110-2734663513EF}" destId="{52D83E47-540C-482F-B18D-AC93D3A40FFE}" srcOrd="2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D8594A-51D8-457D-B671-F1DCEE9FA0DC}">
      <dsp:nvSpPr>
        <dsp:cNvPr id="0" name=""/>
        <dsp:cNvSpPr/>
      </dsp:nvSpPr>
      <dsp:spPr>
        <a:xfrm>
          <a:off x="3538" y="645331"/>
          <a:ext cx="1915813" cy="11494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05:50 - Acorda</a:t>
          </a:r>
          <a:endParaRPr lang="en-US" sz="1400" kern="1200">
            <a:latin typeface="Calibri Light" panose="020F0302020204030204"/>
          </a:endParaRPr>
        </a:p>
      </dsp:txBody>
      <dsp:txXfrm>
        <a:off x="3538" y="645331"/>
        <a:ext cx="1915813" cy="1149487"/>
      </dsp:txXfrm>
    </dsp:sp>
    <dsp:sp modelId="{57B2BCF6-84A1-44D1-977B-E1494C5E27CB}">
      <dsp:nvSpPr>
        <dsp:cNvPr id="0" name=""/>
        <dsp:cNvSpPr/>
      </dsp:nvSpPr>
      <dsp:spPr>
        <a:xfrm>
          <a:off x="2110932" y="645331"/>
          <a:ext cx="1915813" cy="11494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06:40 - Pega sua bicicleta e vai ao trabalho</a:t>
          </a:r>
        </a:p>
      </dsp:txBody>
      <dsp:txXfrm>
        <a:off x="2110932" y="645331"/>
        <a:ext cx="1915813" cy="1149487"/>
      </dsp:txXfrm>
    </dsp:sp>
    <dsp:sp modelId="{D55FE545-B6C7-4C63-A33D-11BDABE74F1D}">
      <dsp:nvSpPr>
        <dsp:cNvPr id="0" name=""/>
        <dsp:cNvSpPr/>
      </dsp:nvSpPr>
      <dsp:spPr>
        <a:xfrm>
          <a:off x="4218327" y="645331"/>
          <a:ext cx="1915813" cy="11494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rgbClr val="DB0853"/>
              </a:solidFill>
            </a:rPr>
            <a:t>7:30 - Apresenta o MageMat para seus alunos com intuito de facilitar o ensino matemático</a:t>
          </a:r>
          <a:r>
            <a:rPr lang="en-US" sz="1400" kern="1200">
              <a:solidFill>
                <a:srgbClr val="DB0853"/>
              </a:solidFill>
              <a:latin typeface="Calibri Light" panose="020F0302020204030204"/>
            </a:rPr>
            <a:t> </a:t>
          </a:r>
          <a:endParaRPr lang="en-US" sz="1400" kern="1200">
            <a:solidFill>
              <a:srgbClr val="DB0853"/>
            </a:solidFill>
          </a:endParaRPr>
        </a:p>
      </dsp:txBody>
      <dsp:txXfrm>
        <a:off x="4218327" y="645331"/>
        <a:ext cx="1915813" cy="1149487"/>
      </dsp:txXfrm>
    </dsp:sp>
    <dsp:sp modelId="{A335576F-B86E-48A1-B1A8-059C4818DB07}">
      <dsp:nvSpPr>
        <dsp:cNvPr id="0" name=""/>
        <dsp:cNvSpPr/>
      </dsp:nvSpPr>
      <dsp:spPr>
        <a:xfrm>
          <a:off x="6325721" y="645331"/>
          <a:ext cx="1915813" cy="11494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12:00 - Almoça </a:t>
          </a:r>
        </a:p>
      </dsp:txBody>
      <dsp:txXfrm>
        <a:off x="6325721" y="645331"/>
        <a:ext cx="1915813" cy="1149487"/>
      </dsp:txXfrm>
    </dsp:sp>
    <dsp:sp modelId="{86B211E0-D75A-4BBA-A578-372462F9146A}">
      <dsp:nvSpPr>
        <dsp:cNvPr id="0" name=""/>
        <dsp:cNvSpPr/>
      </dsp:nvSpPr>
      <dsp:spPr>
        <a:xfrm>
          <a:off x="8433116" y="645331"/>
          <a:ext cx="1915813" cy="11494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rgbClr val="DB0853"/>
              </a:solidFill>
            </a:rPr>
            <a:t>12:30 - </a:t>
          </a:r>
          <a:r>
            <a:rPr lang="en-US" sz="1400" kern="1200" err="1">
              <a:solidFill>
                <a:srgbClr val="DB0853"/>
              </a:solidFill>
            </a:rPr>
            <a:t>Planeja</a:t>
          </a:r>
          <a:r>
            <a:rPr lang="en-US" sz="1400" kern="1200">
              <a:solidFill>
                <a:srgbClr val="DB0853"/>
              </a:solidFill>
            </a:rPr>
            <a:t> </a:t>
          </a:r>
          <a:r>
            <a:rPr lang="en-US" sz="1400" kern="1200" err="1">
              <a:solidFill>
                <a:srgbClr val="DB0853"/>
              </a:solidFill>
            </a:rPr>
            <a:t>sua</a:t>
          </a:r>
          <a:r>
            <a:rPr lang="en-US" sz="1400" kern="1200">
              <a:solidFill>
                <a:srgbClr val="DB0853"/>
              </a:solidFill>
            </a:rPr>
            <a:t> aula baseada no MageMat para dia posteior</a:t>
          </a:r>
          <a:r>
            <a:rPr lang="en-US" sz="1400" kern="1200">
              <a:solidFill>
                <a:srgbClr val="DB0853"/>
              </a:solidFill>
              <a:latin typeface="Calibri Light" panose="020F0302020204030204"/>
            </a:rPr>
            <a:t> </a:t>
          </a:r>
        </a:p>
      </dsp:txBody>
      <dsp:txXfrm>
        <a:off x="8433116" y="645331"/>
        <a:ext cx="1915813" cy="1149487"/>
      </dsp:txXfrm>
    </dsp:sp>
    <dsp:sp modelId="{AE00E7C9-9D05-4A78-BD2E-5067396F1D70}">
      <dsp:nvSpPr>
        <dsp:cNvPr id="0" name=""/>
        <dsp:cNvSpPr/>
      </dsp:nvSpPr>
      <dsp:spPr>
        <a:xfrm>
          <a:off x="3538" y="1986401"/>
          <a:ext cx="1915813" cy="11494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18:00 - Volta para sua casa</a:t>
          </a:r>
        </a:p>
      </dsp:txBody>
      <dsp:txXfrm>
        <a:off x="3538" y="1986401"/>
        <a:ext cx="1915813" cy="1149487"/>
      </dsp:txXfrm>
    </dsp:sp>
    <dsp:sp modelId="{E45BB923-7D58-4F8F-BD8B-16F86DA8AF56}">
      <dsp:nvSpPr>
        <dsp:cNvPr id="0" name=""/>
        <dsp:cNvSpPr/>
      </dsp:nvSpPr>
      <dsp:spPr>
        <a:xfrm>
          <a:off x="2110932" y="1986401"/>
          <a:ext cx="1915813" cy="11494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19:00 - Janta</a:t>
          </a:r>
        </a:p>
      </dsp:txBody>
      <dsp:txXfrm>
        <a:off x="2110932" y="1986401"/>
        <a:ext cx="1915813" cy="1149487"/>
      </dsp:txXfrm>
    </dsp:sp>
    <dsp:sp modelId="{54BBE2CB-E254-49B3-9983-74CE5E8119E8}">
      <dsp:nvSpPr>
        <dsp:cNvPr id="0" name=""/>
        <dsp:cNvSpPr/>
      </dsp:nvSpPr>
      <dsp:spPr>
        <a:xfrm>
          <a:off x="4218327" y="1986401"/>
          <a:ext cx="1915813" cy="11494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20:00 - </a:t>
          </a:r>
          <a:r>
            <a:rPr lang="en-US" sz="1400" kern="1200" err="1"/>
            <a:t>Estuda</a:t>
          </a:r>
          <a:r>
            <a:rPr lang="en-US" sz="1400" kern="1200">
              <a:latin typeface="Calibri Light" panose="020F0302020204030204"/>
            </a:rPr>
            <a:t> </a:t>
          </a:r>
          <a:endParaRPr lang="en-US" sz="1400" kern="1200"/>
        </a:p>
      </dsp:txBody>
      <dsp:txXfrm>
        <a:off x="4218327" y="1986401"/>
        <a:ext cx="1915813" cy="1149487"/>
      </dsp:txXfrm>
    </dsp:sp>
    <dsp:sp modelId="{02EA0E97-68BD-40E4-AB02-B0EB637BA781}">
      <dsp:nvSpPr>
        <dsp:cNvPr id="0" name=""/>
        <dsp:cNvSpPr/>
      </dsp:nvSpPr>
      <dsp:spPr>
        <a:xfrm>
          <a:off x="6325721" y="1986401"/>
          <a:ext cx="1915813" cy="11494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21:00 - </a:t>
          </a:r>
          <a:r>
            <a:rPr lang="en-US" sz="1400" kern="1200" err="1"/>
            <a:t>Assiste</a:t>
          </a:r>
          <a:r>
            <a:rPr lang="en-US" sz="1400" kern="1200"/>
            <a:t> filme</a:t>
          </a:r>
          <a:r>
            <a:rPr lang="en-US" sz="1400" kern="1200">
              <a:latin typeface="Calibri Light" panose="020F0302020204030204"/>
            </a:rPr>
            <a:t> </a:t>
          </a:r>
          <a:endParaRPr lang="en-US" sz="1400" kern="1200"/>
        </a:p>
      </dsp:txBody>
      <dsp:txXfrm>
        <a:off x="6325721" y="1986401"/>
        <a:ext cx="1915813" cy="1149487"/>
      </dsp:txXfrm>
    </dsp:sp>
    <dsp:sp modelId="{52D83E47-540C-482F-B18D-AC93D3A40FFE}">
      <dsp:nvSpPr>
        <dsp:cNvPr id="0" name=""/>
        <dsp:cNvSpPr/>
      </dsp:nvSpPr>
      <dsp:spPr>
        <a:xfrm>
          <a:off x="8433116" y="1986401"/>
          <a:ext cx="1915813" cy="11494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23:00 - Dorme</a:t>
          </a:r>
        </a:p>
      </dsp:txBody>
      <dsp:txXfrm>
        <a:off x="8433116" y="1986401"/>
        <a:ext cx="1915813" cy="11494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85B8F3-D28C-416B-8A7C-C8DAFC210FBE}">
      <dsp:nvSpPr>
        <dsp:cNvPr id="0" name=""/>
        <dsp:cNvSpPr/>
      </dsp:nvSpPr>
      <dsp:spPr>
        <a:xfrm>
          <a:off x="1459" y="564162"/>
          <a:ext cx="1838826" cy="11032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05:06 - Acorda</a:t>
          </a:r>
          <a:endParaRPr lang="en-US" sz="1400" kern="1200">
            <a:latin typeface="Calibri Light" panose="020F0302020204030204"/>
          </a:endParaRPr>
        </a:p>
      </dsp:txBody>
      <dsp:txXfrm>
        <a:off x="1459" y="564162"/>
        <a:ext cx="1838826" cy="1103296"/>
      </dsp:txXfrm>
    </dsp:sp>
    <dsp:sp modelId="{3D0A517D-4786-4133-877E-B33CE5403016}">
      <dsp:nvSpPr>
        <dsp:cNvPr id="0" name=""/>
        <dsp:cNvSpPr/>
      </dsp:nvSpPr>
      <dsp:spPr>
        <a:xfrm>
          <a:off x="2024169" y="564162"/>
          <a:ext cx="1838826" cy="11032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05:30 - cafe da manha </a:t>
          </a:r>
        </a:p>
      </dsp:txBody>
      <dsp:txXfrm>
        <a:off x="2024169" y="564162"/>
        <a:ext cx="1838826" cy="1103296"/>
      </dsp:txXfrm>
    </dsp:sp>
    <dsp:sp modelId="{4F2413F9-C16C-4C99-9646-0BF22626EBA7}">
      <dsp:nvSpPr>
        <dsp:cNvPr id="0" name=""/>
        <dsp:cNvSpPr/>
      </dsp:nvSpPr>
      <dsp:spPr>
        <a:xfrm>
          <a:off x="4046878" y="564162"/>
          <a:ext cx="1838826" cy="11032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06:00 - Academia</a:t>
          </a:r>
        </a:p>
      </dsp:txBody>
      <dsp:txXfrm>
        <a:off x="4046878" y="564162"/>
        <a:ext cx="1838826" cy="1103296"/>
      </dsp:txXfrm>
    </dsp:sp>
    <dsp:sp modelId="{D1650586-BBB2-4433-B1A8-DC26229E2069}">
      <dsp:nvSpPr>
        <dsp:cNvPr id="0" name=""/>
        <dsp:cNvSpPr/>
      </dsp:nvSpPr>
      <dsp:spPr>
        <a:xfrm>
          <a:off x="6069588" y="564162"/>
          <a:ext cx="1838826" cy="11032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07:00 - Prepara a sua palestra</a:t>
          </a:r>
        </a:p>
      </dsp:txBody>
      <dsp:txXfrm>
        <a:off x="6069588" y="564162"/>
        <a:ext cx="1838826" cy="1103296"/>
      </dsp:txXfrm>
    </dsp:sp>
    <dsp:sp modelId="{915E52D9-5989-406B-AABB-18837BBF460D}">
      <dsp:nvSpPr>
        <dsp:cNvPr id="0" name=""/>
        <dsp:cNvSpPr/>
      </dsp:nvSpPr>
      <dsp:spPr>
        <a:xfrm>
          <a:off x="8092298" y="564162"/>
          <a:ext cx="1838826" cy="11032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08:00 - Se desloca para o local da paleastra</a:t>
          </a:r>
        </a:p>
      </dsp:txBody>
      <dsp:txXfrm>
        <a:off x="8092298" y="564162"/>
        <a:ext cx="1838826" cy="1103296"/>
      </dsp:txXfrm>
    </dsp:sp>
    <dsp:sp modelId="{5E02A4E4-CE9A-4946-8925-2ADF041D2F44}">
      <dsp:nvSpPr>
        <dsp:cNvPr id="0" name=""/>
        <dsp:cNvSpPr/>
      </dsp:nvSpPr>
      <dsp:spPr>
        <a:xfrm>
          <a:off x="10115007" y="564162"/>
          <a:ext cx="1838826" cy="11032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09:15 - </a:t>
          </a:r>
          <a:r>
            <a:rPr lang="en-US" sz="1400" kern="1200" err="1"/>
            <a:t>Inicia</a:t>
          </a:r>
          <a:r>
            <a:rPr lang="en-US" sz="1400" kern="1200"/>
            <a:t> a palestra</a:t>
          </a:r>
        </a:p>
      </dsp:txBody>
      <dsp:txXfrm>
        <a:off x="10115007" y="564162"/>
        <a:ext cx="1838826" cy="1103296"/>
      </dsp:txXfrm>
    </dsp:sp>
    <dsp:sp modelId="{EA898105-5B2E-4955-AC31-C820FC044C10}">
      <dsp:nvSpPr>
        <dsp:cNvPr id="0" name=""/>
        <dsp:cNvSpPr/>
      </dsp:nvSpPr>
      <dsp:spPr>
        <a:xfrm>
          <a:off x="1459" y="1851341"/>
          <a:ext cx="1838826" cy="11032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10:30 - Termina a palestra</a:t>
          </a:r>
        </a:p>
      </dsp:txBody>
      <dsp:txXfrm>
        <a:off x="1459" y="1851341"/>
        <a:ext cx="1838826" cy="1103296"/>
      </dsp:txXfrm>
    </dsp:sp>
    <dsp:sp modelId="{682934FC-811E-4B5E-AECC-FFF30CA600D5}">
      <dsp:nvSpPr>
        <dsp:cNvPr id="0" name=""/>
        <dsp:cNvSpPr/>
      </dsp:nvSpPr>
      <dsp:spPr>
        <a:xfrm>
          <a:off x="2024169" y="1851341"/>
          <a:ext cx="1838826" cy="11032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10:45 - </a:t>
          </a:r>
          <a:r>
            <a:rPr lang="en-US" sz="1400" kern="1200" err="1"/>
            <a:t>vai</a:t>
          </a:r>
          <a:r>
            <a:rPr lang="en-US" sz="1400" kern="1200"/>
            <a:t> para sua empresa</a:t>
          </a:r>
        </a:p>
      </dsp:txBody>
      <dsp:txXfrm>
        <a:off x="2024169" y="1851341"/>
        <a:ext cx="1838826" cy="1103296"/>
      </dsp:txXfrm>
    </dsp:sp>
    <dsp:sp modelId="{20214329-FB83-485F-AB3B-EB484499A909}">
      <dsp:nvSpPr>
        <dsp:cNvPr id="0" name=""/>
        <dsp:cNvSpPr/>
      </dsp:nvSpPr>
      <dsp:spPr>
        <a:xfrm>
          <a:off x="4046878" y="1851341"/>
          <a:ext cx="1838826" cy="11032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13:00 - </a:t>
          </a:r>
          <a:r>
            <a:rPr lang="en-US" sz="1400" kern="1200" err="1"/>
            <a:t>Almoça</a:t>
          </a:r>
          <a:r>
            <a:rPr lang="en-US" sz="1400" kern="1200"/>
            <a:t> em sua empresa</a:t>
          </a:r>
        </a:p>
      </dsp:txBody>
      <dsp:txXfrm>
        <a:off x="4046878" y="1851341"/>
        <a:ext cx="1838826" cy="1103296"/>
      </dsp:txXfrm>
    </dsp:sp>
    <dsp:sp modelId="{863FB7A9-3DFF-4F89-AE19-35F8A98AA5F0}">
      <dsp:nvSpPr>
        <dsp:cNvPr id="0" name=""/>
        <dsp:cNvSpPr/>
      </dsp:nvSpPr>
      <dsp:spPr>
        <a:xfrm>
          <a:off x="6069588" y="1851341"/>
          <a:ext cx="1838826" cy="11032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16:15 - </a:t>
          </a:r>
          <a:r>
            <a:rPr lang="en-US" sz="1400" kern="1200" err="1"/>
            <a:t>Retorna</a:t>
          </a:r>
          <a:r>
            <a:rPr lang="en-US" sz="1400" kern="1200"/>
            <a:t> a sua residencia</a:t>
          </a:r>
        </a:p>
      </dsp:txBody>
      <dsp:txXfrm>
        <a:off x="6069588" y="1851341"/>
        <a:ext cx="1838826" cy="1103296"/>
      </dsp:txXfrm>
    </dsp:sp>
    <dsp:sp modelId="{B464B48A-F562-42C8-9848-DE86D1A2AFB3}">
      <dsp:nvSpPr>
        <dsp:cNvPr id="0" name=""/>
        <dsp:cNvSpPr/>
      </dsp:nvSpPr>
      <dsp:spPr>
        <a:xfrm>
          <a:off x="8092298" y="1851341"/>
          <a:ext cx="1838826" cy="11032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rgbClr val="DB0853"/>
              </a:solidFill>
            </a:rPr>
            <a:t>16:30 - Passa um tempo com o filho jogando MageMat para estudar matematica juntos</a:t>
          </a:r>
        </a:p>
      </dsp:txBody>
      <dsp:txXfrm>
        <a:off x="8092298" y="1851341"/>
        <a:ext cx="1838826" cy="1103296"/>
      </dsp:txXfrm>
    </dsp:sp>
    <dsp:sp modelId="{48C4F436-5BE7-4C31-98E1-03785E2C4D84}">
      <dsp:nvSpPr>
        <dsp:cNvPr id="0" name=""/>
        <dsp:cNvSpPr/>
      </dsp:nvSpPr>
      <dsp:spPr>
        <a:xfrm>
          <a:off x="10115007" y="1851341"/>
          <a:ext cx="1838826" cy="11032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17:45 - Yoga</a:t>
          </a:r>
        </a:p>
      </dsp:txBody>
      <dsp:txXfrm>
        <a:off x="10115007" y="1851341"/>
        <a:ext cx="1838826" cy="1103296"/>
      </dsp:txXfrm>
    </dsp:sp>
    <dsp:sp modelId="{F5E66952-3714-4F06-8251-C1B68B8DC4F5}">
      <dsp:nvSpPr>
        <dsp:cNvPr id="0" name=""/>
        <dsp:cNvSpPr/>
      </dsp:nvSpPr>
      <dsp:spPr>
        <a:xfrm>
          <a:off x="2024169" y="3138520"/>
          <a:ext cx="1838826" cy="11032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19:00 - </a:t>
          </a:r>
          <a:r>
            <a:rPr lang="en-US" sz="1400" kern="1200" err="1"/>
            <a:t>janta</a:t>
          </a:r>
        </a:p>
      </dsp:txBody>
      <dsp:txXfrm>
        <a:off x="2024169" y="3138520"/>
        <a:ext cx="1838826" cy="1103296"/>
      </dsp:txXfrm>
    </dsp:sp>
    <dsp:sp modelId="{B3296C57-AE57-4DE2-9FA7-FE74AC08BA92}">
      <dsp:nvSpPr>
        <dsp:cNvPr id="0" name=""/>
        <dsp:cNvSpPr/>
      </dsp:nvSpPr>
      <dsp:spPr>
        <a:xfrm>
          <a:off x="4046878" y="3138520"/>
          <a:ext cx="1838826" cy="11032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19:50 </a:t>
          </a:r>
          <a:r>
            <a:rPr lang="en-US" sz="1400" kern="1200">
              <a:latin typeface="Calibri Light" panose="020F0302020204030204"/>
            </a:rPr>
            <a:t>–</a:t>
          </a:r>
          <a:r>
            <a:rPr lang="en-US" sz="1400" kern="1200"/>
            <a:t> </a:t>
          </a:r>
          <a:r>
            <a:rPr lang="en-US" sz="1400" kern="1200">
              <a:latin typeface="Calibri Light" panose="020F0302020204030204"/>
            </a:rPr>
            <a:t>brinca com</a:t>
          </a:r>
          <a:r>
            <a:rPr lang="en-US" sz="1400" kern="1200"/>
            <a:t> </a:t>
          </a:r>
          <a:r>
            <a:rPr lang="en-US" sz="1400" kern="1200" err="1"/>
            <a:t>seus</a:t>
          </a:r>
          <a:r>
            <a:rPr lang="en-US" sz="1400" kern="1200"/>
            <a:t> </a:t>
          </a:r>
          <a:r>
            <a:rPr lang="en-US" sz="1400" kern="1200" err="1"/>
            <a:t>filhos</a:t>
          </a:r>
          <a:endParaRPr lang="en-US" sz="1400" kern="1200"/>
        </a:p>
      </dsp:txBody>
      <dsp:txXfrm>
        <a:off x="4046878" y="3138520"/>
        <a:ext cx="1838826" cy="1103296"/>
      </dsp:txXfrm>
    </dsp:sp>
    <dsp:sp modelId="{57DC5CA9-4379-4737-923E-66EA89283FF0}">
      <dsp:nvSpPr>
        <dsp:cNvPr id="0" name=""/>
        <dsp:cNvSpPr/>
      </dsp:nvSpPr>
      <dsp:spPr>
        <a:xfrm>
          <a:off x="6069588" y="3138520"/>
          <a:ext cx="1838826" cy="11032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20:30 - Faz o planejamento do dia seguinte</a:t>
          </a:r>
        </a:p>
      </dsp:txBody>
      <dsp:txXfrm>
        <a:off x="6069588" y="3138520"/>
        <a:ext cx="1838826" cy="1103296"/>
      </dsp:txXfrm>
    </dsp:sp>
    <dsp:sp modelId="{52D83E47-540C-482F-B18D-AC93D3A40FFE}">
      <dsp:nvSpPr>
        <dsp:cNvPr id="0" name=""/>
        <dsp:cNvSpPr/>
      </dsp:nvSpPr>
      <dsp:spPr>
        <a:xfrm>
          <a:off x="8092298" y="3138520"/>
          <a:ext cx="1838826" cy="11032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22:00 - dorme</a:t>
          </a:r>
        </a:p>
      </dsp:txBody>
      <dsp:txXfrm>
        <a:off x="8092298" y="3138520"/>
        <a:ext cx="1838826" cy="11032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DF12F1-87C8-4FD3-B721-1AF2B3CD9A1C}">
      <dsp:nvSpPr>
        <dsp:cNvPr id="0" name=""/>
        <dsp:cNvSpPr/>
      </dsp:nvSpPr>
      <dsp:spPr>
        <a:xfrm>
          <a:off x="71779" y="71"/>
          <a:ext cx="1890538" cy="11343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6:00 - Acorda</a:t>
          </a:r>
        </a:p>
      </dsp:txBody>
      <dsp:txXfrm>
        <a:off x="71779" y="71"/>
        <a:ext cx="1890538" cy="1134323"/>
      </dsp:txXfrm>
    </dsp:sp>
    <dsp:sp modelId="{F0B6C7CE-41EB-461D-935F-60EBE67D8C4E}">
      <dsp:nvSpPr>
        <dsp:cNvPr id="0" name=""/>
        <dsp:cNvSpPr/>
      </dsp:nvSpPr>
      <dsp:spPr>
        <a:xfrm>
          <a:off x="2151372" y="71"/>
          <a:ext cx="1890538" cy="11343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7:00 - Vai para a </a:t>
          </a:r>
          <a:r>
            <a:rPr lang="en-US" sz="1300" kern="1200" err="1"/>
            <a:t>escola</a:t>
          </a:r>
        </a:p>
      </dsp:txBody>
      <dsp:txXfrm>
        <a:off x="2151372" y="71"/>
        <a:ext cx="1890538" cy="1134323"/>
      </dsp:txXfrm>
    </dsp:sp>
    <dsp:sp modelId="{790F7F45-E88A-40A0-BC78-7504992CFA59}">
      <dsp:nvSpPr>
        <dsp:cNvPr id="0" name=""/>
        <dsp:cNvSpPr/>
      </dsp:nvSpPr>
      <dsp:spPr>
        <a:xfrm>
          <a:off x="4230964" y="71"/>
          <a:ext cx="1890538" cy="11343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>
              <a:solidFill>
                <a:srgbClr val="DB0853"/>
              </a:solidFill>
            </a:rPr>
            <a:t>7:30 - Joga o </a:t>
          </a:r>
          <a:r>
            <a:rPr lang="en-US" sz="1300" kern="1200" err="1">
              <a:solidFill>
                <a:srgbClr val="DB0853"/>
              </a:solidFill>
            </a:rPr>
            <a:t>MageMat</a:t>
          </a:r>
          <a:r>
            <a:rPr lang="en-US" sz="1300" kern="1200">
              <a:solidFill>
                <a:srgbClr val="DB0853"/>
              </a:solidFill>
            </a:rPr>
            <a:t> </a:t>
          </a:r>
          <a:r>
            <a:rPr lang="en-US" sz="1300" kern="1200" err="1">
              <a:solidFill>
                <a:srgbClr val="DB0853"/>
              </a:solidFill>
            </a:rPr>
            <a:t>na</a:t>
          </a:r>
          <a:r>
            <a:rPr lang="en-US" sz="1300" kern="1200">
              <a:solidFill>
                <a:srgbClr val="DB0853"/>
              </a:solidFill>
            </a:rPr>
            <a:t> </a:t>
          </a:r>
          <a:r>
            <a:rPr lang="en-US" sz="1300" kern="1200" err="1">
              <a:solidFill>
                <a:srgbClr val="DB0853"/>
              </a:solidFill>
            </a:rPr>
            <a:t>sua</a:t>
          </a:r>
          <a:r>
            <a:rPr lang="en-US" sz="1300" kern="1200">
              <a:solidFill>
                <a:srgbClr val="DB0853"/>
              </a:solidFill>
            </a:rPr>
            <a:t> aula de </a:t>
          </a:r>
          <a:r>
            <a:rPr lang="en-US" sz="1300" kern="1200" err="1">
              <a:solidFill>
                <a:srgbClr val="DB0853"/>
              </a:solidFill>
            </a:rPr>
            <a:t>matemática</a:t>
          </a:r>
          <a:r>
            <a:rPr lang="en-US" sz="1300" kern="1200">
              <a:solidFill>
                <a:srgbClr val="DB0853"/>
              </a:solidFill>
            </a:rPr>
            <a:t> para </a:t>
          </a:r>
          <a:r>
            <a:rPr lang="en-US" sz="1300" kern="1200" err="1">
              <a:solidFill>
                <a:srgbClr val="DB0853"/>
              </a:solidFill>
            </a:rPr>
            <a:t>aprender</a:t>
          </a:r>
          <a:r>
            <a:rPr lang="en-US" sz="1300" kern="1200">
              <a:solidFill>
                <a:srgbClr val="DB0853"/>
              </a:solidFill>
            </a:rPr>
            <a:t> e </a:t>
          </a:r>
          <a:r>
            <a:rPr lang="en-US" sz="1300" kern="1200" err="1">
              <a:solidFill>
                <a:srgbClr val="DB0853"/>
              </a:solidFill>
            </a:rPr>
            <a:t>sanar</a:t>
          </a:r>
          <a:r>
            <a:rPr lang="en-US" sz="1300" kern="1200">
              <a:solidFill>
                <a:srgbClr val="DB0853"/>
              </a:solidFill>
            </a:rPr>
            <a:t> </a:t>
          </a:r>
          <a:r>
            <a:rPr lang="en-US" sz="1300" kern="1200" err="1">
              <a:solidFill>
                <a:srgbClr val="DB0853"/>
              </a:solidFill>
            </a:rPr>
            <a:t>suas</a:t>
          </a:r>
          <a:r>
            <a:rPr lang="en-US" sz="1300" kern="1200">
              <a:solidFill>
                <a:srgbClr val="DB0853"/>
              </a:solidFill>
            </a:rPr>
            <a:t> </a:t>
          </a:r>
          <a:r>
            <a:rPr lang="en-US" sz="1300" kern="1200" err="1">
              <a:solidFill>
                <a:srgbClr val="DB0853"/>
              </a:solidFill>
            </a:rPr>
            <a:t>dificuldades</a:t>
          </a:r>
          <a:r>
            <a:rPr lang="en-US" sz="1300" kern="1200">
              <a:solidFill>
                <a:srgbClr val="DB0853"/>
              </a:solidFill>
            </a:rPr>
            <a:t> com a </a:t>
          </a:r>
          <a:r>
            <a:rPr lang="en-US" sz="1300" kern="1200" err="1">
              <a:solidFill>
                <a:srgbClr val="DB0853"/>
              </a:solidFill>
            </a:rPr>
            <a:t>matéria</a:t>
          </a:r>
          <a:r>
            <a:rPr lang="en-US" sz="1300" kern="1200">
              <a:solidFill>
                <a:srgbClr val="DB0853"/>
              </a:solidFill>
            </a:rPr>
            <a:t> </a:t>
          </a:r>
        </a:p>
      </dsp:txBody>
      <dsp:txXfrm>
        <a:off x="4230964" y="71"/>
        <a:ext cx="1890538" cy="1134323"/>
      </dsp:txXfrm>
    </dsp:sp>
    <dsp:sp modelId="{4044702B-C3B7-4533-BD26-0F3EB86331F1}">
      <dsp:nvSpPr>
        <dsp:cNvPr id="0" name=""/>
        <dsp:cNvSpPr/>
      </dsp:nvSpPr>
      <dsp:spPr>
        <a:xfrm>
          <a:off x="6310557" y="71"/>
          <a:ext cx="1890538" cy="11343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12:00 - Volta para a casa</a:t>
          </a:r>
        </a:p>
      </dsp:txBody>
      <dsp:txXfrm>
        <a:off x="6310557" y="71"/>
        <a:ext cx="1890538" cy="1134323"/>
      </dsp:txXfrm>
    </dsp:sp>
    <dsp:sp modelId="{D773512F-1FB4-4E8A-AE92-D7A9DE07FF6E}">
      <dsp:nvSpPr>
        <dsp:cNvPr id="0" name=""/>
        <dsp:cNvSpPr/>
      </dsp:nvSpPr>
      <dsp:spPr>
        <a:xfrm>
          <a:off x="8390149" y="71"/>
          <a:ext cx="1890538" cy="11343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12:30 - </a:t>
          </a:r>
          <a:r>
            <a:rPr lang="en-US" sz="1300" kern="1200" err="1"/>
            <a:t>Almoça</a:t>
          </a:r>
          <a:r>
            <a:rPr lang="en-US" sz="1300" kern="1200"/>
            <a:t> </a:t>
          </a:r>
          <a:r>
            <a:rPr lang="en-US" sz="1300" kern="1200" err="1"/>
            <a:t>assistindo</a:t>
          </a:r>
          <a:r>
            <a:rPr lang="en-US" sz="1300" kern="1200"/>
            <a:t> </a:t>
          </a:r>
          <a:r>
            <a:rPr lang="en-US" sz="1300" kern="1200" err="1"/>
            <a:t>youtube</a:t>
          </a:r>
        </a:p>
      </dsp:txBody>
      <dsp:txXfrm>
        <a:off x="8390149" y="71"/>
        <a:ext cx="1890538" cy="1134323"/>
      </dsp:txXfrm>
    </dsp:sp>
    <dsp:sp modelId="{EAB7A019-06CA-4534-9C46-037FD5A71A08}">
      <dsp:nvSpPr>
        <dsp:cNvPr id="0" name=""/>
        <dsp:cNvSpPr/>
      </dsp:nvSpPr>
      <dsp:spPr>
        <a:xfrm>
          <a:off x="71779" y="1323448"/>
          <a:ext cx="1890538" cy="11343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13:30 - Faz </a:t>
          </a:r>
          <a:r>
            <a:rPr lang="en-US" sz="1300" kern="1200" err="1"/>
            <a:t>suas</a:t>
          </a:r>
          <a:r>
            <a:rPr lang="en-US" sz="1300" kern="1200"/>
            <a:t> </a:t>
          </a:r>
          <a:r>
            <a:rPr lang="en-US" sz="1300" kern="1200" err="1"/>
            <a:t>tarefas</a:t>
          </a:r>
          <a:r>
            <a:rPr lang="en-US" sz="1300" kern="1200"/>
            <a:t> </a:t>
          </a:r>
          <a:r>
            <a:rPr lang="en-US" sz="1300" kern="1200" err="1"/>
            <a:t>escolares</a:t>
          </a:r>
          <a:r>
            <a:rPr lang="en-US" sz="1300" kern="1200"/>
            <a:t> </a:t>
          </a:r>
        </a:p>
      </dsp:txBody>
      <dsp:txXfrm>
        <a:off x="71779" y="1323448"/>
        <a:ext cx="1890538" cy="1134323"/>
      </dsp:txXfrm>
    </dsp:sp>
    <dsp:sp modelId="{0C42D59D-808D-49DB-A6A4-5CFF49A7BFCB}">
      <dsp:nvSpPr>
        <dsp:cNvPr id="0" name=""/>
        <dsp:cNvSpPr/>
      </dsp:nvSpPr>
      <dsp:spPr>
        <a:xfrm>
          <a:off x="2151372" y="1323448"/>
          <a:ext cx="1890538" cy="11343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>
              <a:solidFill>
                <a:srgbClr val="DB0853"/>
              </a:solidFill>
            </a:rPr>
            <a:t>14:00 - </a:t>
          </a:r>
          <a:r>
            <a:rPr lang="en-US" sz="1300" kern="1200" err="1">
              <a:solidFill>
                <a:srgbClr val="DB0853"/>
              </a:solidFill>
            </a:rPr>
            <a:t>Acessa</a:t>
          </a:r>
          <a:r>
            <a:rPr lang="en-US" sz="1300" kern="1200">
              <a:solidFill>
                <a:srgbClr val="DB0853"/>
              </a:solidFill>
            </a:rPr>
            <a:t> o </a:t>
          </a:r>
          <a:r>
            <a:rPr lang="en-US" sz="1300" kern="1200" err="1">
              <a:solidFill>
                <a:srgbClr val="DB0853"/>
              </a:solidFill>
            </a:rPr>
            <a:t>jogo</a:t>
          </a:r>
          <a:r>
            <a:rPr lang="en-US" sz="1300" kern="1200">
              <a:solidFill>
                <a:srgbClr val="DB0853"/>
              </a:solidFill>
            </a:rPr>
            <a:t> </a:t>
          </a:r>
          <a:r>
            <a:rPr lang="en-US" sz="1300" kern="1200" err="1">
              <a:solidFill>
                <a:srgbClr val="DB0853"/>
              </a:solidFill>
            </a:rPr>
            <a:t>MageMat</a:t>
          </a:r>
          <a:r>
            <a:rPr lang="en-US" sz="1300" kern="1200">
              <a:solidFill>
                <a:srgbClr val="DB0853"/>
              </a:solidFill>
            </a:rPr>
            <a:t> para se </a:t>
          </a:r>
          <a:r>
            <a:rPr lang="en-US" sz="1300" kern="1200" err="1">
              <a:solidFill>
                <a:srgbClr val="DB0853"/>
              </a:solidFill>
            </a:rPr>
            <a:t>divertir</a:t>
          </a:r>
          <a:r>
            <a:rPr lang="en-US" sz="1300" kern="1200">
              <a:solidFill>
                <a:srgbClr val="DB0853"/>
              </a:solidFill>
            </a:rPr>
            <a:t> e </a:t>
          </a:r>
          <a:r>
            <a:rPr lang="en-US" sz="1300" kern="1200" err="1">
              <a:solidFill>
                <a:srgbClr val="DB0853"/>
              </a:solidFill>
            </a:rPr>
            <a:t>praticar</a:t>
          </a:r>
          <a:r>
            <a:rPr lang="en-US" sz="1300" kern="1200">
              <a:solidFill>
                <a:srgbClr val="DB0853"/>
              </a:solidFill>
            </a:rPr>
            <a:t> </a:t>
          </a:r>
          <a:r>
            <a:rPr lang="en-US" sz="1300" kern="1200" err="1">
              <a:solidFill>
                <a:srgbClr val="DB0853"/>
              </a:solidFill>
            </a:rPr>
            <a:t>matemática</a:t>
          </a:r>
          <a:endParaRPr lang="en-US" sz="1300" kern="1200">
            <a:solidFill>
              <a:srgbClr val="DB0853"/>
            </a:solidFill>
          </a:endParaRPr>
        </a:p>
      </dsp:txBody>
      <dsp:txXfrm>
        <a:off x="2151372" y="1323448"/>
        <a:ext cx="1890538" cy="1134323"/>
      </dsp:txXfrm>
    </dsp:sp>
    <dsp:sp modelId="{EB126B8D-3B1C-44E0-8EE5-D8E94770C654}">
      <dsp:nvSpPr>
        <dsp:cNvPr id="0" name=""/>
        <dsp:cNvSpPr/>
      </dsp:nvSpPr>
      <dsp:spPr>
        <a:xfrm>
          <a:off x="4230964" y="1323448"/>
          <a:ext cx="1890538" cy="11343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17:00 – </a:t>
          </a:r>
          <a:r>
            <a:rPr lang="en-US" sz="1300" kern="1200" err="1"/>
            <a:t>Assiste</a:t>
          </a:r>
          <a:r>
            <a:rPr lang="en-US" sz="1300" kern="1200">
              <a:latin typeface="Calibri Light" panose="020F0302020204030204"/>
            </a:rPr>
            <a:t> e Joga</a:t>
          </a:r>
          <a:r>
            <a:rPr lang="en-US" sz="1300" kern="1200"/>
            <a:t> no </a:t>
          </a:r>
          <a:r>
            <a:rPr lang="en-US" sz="1300" kern="1200" err="1"/>
            <a:t>computador</a:t>
          </a:r>
          <a:r>
            <a:rPr lang="en-US" sz="1300" kern="1200"/>
            <a:t> </a:t>
          </a:r>
        </a:p>
      </dsp:txBody>
      <dsp:txXfrm>
        <a:off x="4230964" y="1323448"/>
        <a:ext cx="1890538" cy="1134323"/>
      </dsp:txXfrm>
    </dsp:sp>
    <dsp:sp modelId="{145F1FD4-FE8F-4672-A42B-C360E3E32E28}">
      <dsp:nvSpPr>
        <dsp:cNvPr id="0" name=""/>
        <dsp:cNvSpPr/>
      </dsp:nvSpPr>
      <dsp:spPr>
        <a:xfrm>
          <a:off x="6310557" y="1323448"/>
          <a:ext cx="1890538" cy="11343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19:00 - Janta</a:t>
          </a:r>
        </a:p>
      </dsp:txBody>
      <dsp:txXfrm>
        <a:off x="6310557" y="1323448"/>
        <a:ext cx="1890538" cy="1134323"/>
      </dsp:txXfrm>
    </dsp:sp>
    <dsp:sp modelId="{12B1BE7B-BA66-4534-862D-0E4B81EEFDF9}">
      <dsp:nvSpPr>
        <dsp:cNvPr id="0" name=""/>
        <dsp:cNvSpPr/>
      </dsp:nvSpPr>
      <dsp:spPr>
        <a:xfrm>
          <a:off x="8390149" y="1323448"/>
          <a:ext cx="1890538" cy="11343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20:00 - </a:t>
          </a:r>
          <a:r>
            <a:rPr lang="en-US" sz="1300" kern="1200" err="1"/>
            <a:t>Brinca</a:t>
          </a:r>
          <a:r>
            <a:rPr lang="en-US" sz="1300" kern="1200"/>
            <a:t> com o </a:t>
          </a:r>
          <a:r>
            <a:rPr lang="en-US" sz="1300" kern="1200" err="1"/>
            <a:t>irmão</a:t>
          </a:r>
          <a:r>
            <a:rPr lang="en-US" sz="1300" kern="1200">
              <a:latin typeface="Calibri Light" panose="020F0302020204030204"/>
            </a:rPr>
            <a:t> e </a:t>
          </a:r>
          <a:r>
            <a:rPr lang="en-US" sz="1300" kern="1200" err="1">
              <a:latin typeface="Calibri Light" panose="020F0302020204030204"/>
            </a:rPr>
            <a:t>sua</a:t>
          </a:r>
          <a:r>
            <a:rPr lang="en-US" sz="1300" kern="1200">
              <a:latin typeface="Calibri Light" panose="020F0302020204030204"/>
            </a:rPr>
            <a:t> mãe </a:t>
          </a:r>
          <a:endParaRPr lang="en-US" sz="1300" kern="1200"/>
        </a:p>
      </dsp:txBody>
      <dsp:txXfrm>
        <a:off x="8390149" y="1323448"/>
        <a:ext cx="1890538" cy="1134323"/>
      </dsp:txXfrm>
    </dsp:sp>
    <dsp:sp modelId="{62D4F7AA-D62B-46C9-B342-BFD284B54907}">
      <dsp:nvSpPr>
        <dsp:cNvPr id="0" name=""/>
        <dsp:cNvSpPr/>
      </dsp:nvSpPr>
      <dsp:spPr>
        <a:xfrm>
          <a:off x="3191168" y="2646825"/>
          <a:ext cx="1890538" cy="11343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21:00 - Se </a:t>
          </a:r>
          <a:r>
            <a:rPr lang="en-US" sz="1300" kern="1200" err="1"/>
            <a:t>prepara</a:t>
          </a:r>
          <a:r>
            <a:rPr lang="en-US" sz="1300" kern="1200"/>
            <a:t> para </a:t>
          </a:r>
          <a:r>
            <a:rPr lang="en-US" sz="1300" kern="1200" err="1"/>
            <a:t>dormir</a:t>
          </a:r>
          <a:r>
            <a:rPr lang="en-US" sz="1300" kern="1200"/>
            <a:t> </a:t>
          </a:r>
        </a:p>
      </dsp:txBody>
      <dsp:txXfrm>
        <a:off x="3191168" y="2646825"/>
        <a:ext cx="1890538" cy="1134323"/>
      </dsp:txXfrm>
    </dsp:sp>
    <dsp:sp modelId="{52D83E47-540C-482F-B18D-AC93D3A40FFE}">
      <dsp:nvSpPr>
        <dsp:cNvPr id="0" name=""/>
        <dsp:cNvSpPr/>
      </dsp:nvSpPr>
      <dsp:spPr>
        <a:xfrm>
          <a:off x="5270760" y="2646825"/>
          <a:ext cx="1890538" cy="11343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21:30 - </a:t>
          </a:r>
          <a:r>
            <a:rPr lang="en-US" sz="1300" kern="1200" err="1"/>
            <a:t>Dorme</a:t>
          </a:r>
        </a:p>
      </dsp:txBody>
      <dsp:txXfrm>
        <a:off x="5270760" y="2646825"/>
        <a:ext cx="1890538" cy="11343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288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6008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2563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8714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174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0788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864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1621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4089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3941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322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62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5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3190265" y="1387720"/>
            <a:ext cx="5805824" cy="1203400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de-DE" sz="8800" b="1" baseline="30000">
                <a:solidFill>
                  <a:schemeClr val="bg1"/>
                </a:solidFill>
                <a:latin typeface="Calibri"/>
                <a:ea typeface="Calibri Light"/>
                <a:cs typeface="Calibri Light"/>
              </a:rPr>
              <a:t>APRESENTAÇÃO</a:t>
            </a:r>
          </a:p>
        </p:txBody>
      </p:sp>
      <p:pic>
        <p:nvPicPr>
          <p:cNvPr id="4" name="Imagem 4">
            <a:extLst>
              <a:ext uri="{FF2B5EF4-FFF2-40B4-BE49-F238E27FC236}">
                <a16:creationId xmlns:a16="http://schemas.microsoft.com/office/drawing/2014/main" id="{6A192270-32AF-205E-CEDC-8A8CDCF6B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0066" y="1267178"/>
            <a:ext cx="5142087" cy="514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563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368179" y="93038"/>
            <a:ext cx="9144000" cy="2387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de-DE" b="1">
                <a:solidFill>
                  <a:srgbClr val="4475F4"/>
                </a:solidFill>
                <a:latin typeface="Mangal"/>
                <a:cs typeface="Calibri Light"/>
              </a:rPr>
              <a:t>VISÃO DO PRODUTO</a:t>
            </a:r>
            <a:endParaRPr lang="pt-BR">
              <a:solidFill>
                <a:srgbClr val="4475F4"/>
              </a:solidFill>
              <a:latin typeface="Mangal"/>
              <a:cs typeface="Times New Roman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65532" y="1935898"/>
            <a:ext cx="9675628" cy="4234157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algn="l">
              <a:lnSpc>
                <a:spcPct val="160000"/>
              </a:lnSpc>
            </a:pPr>
            <a:r>
              <a:rPr lang="de-DE" sz="2000" b="1" dirty="0">
                <a:solidFill>
                  <a:schemeClr val="bg1"/>
                </a:solidFill>
                <a:latin typeface="Mangal"/>
                <a:ea typeface="Calibri"/>
                <a:cs typeface="Calibri"/>
              </a:rPr>
              <a:t>Para professores e estudantes, cujo o objetivo é sanar as dificuldades das crianças ao estudar matemática nas escolas, o MageMat é um jogo didático que foi criado para facilitar o ensinamento do professor na sala de aula e ajudar no aprendizado dos alunos. Diferentemente dos outros jogos envolvendo matemática e matérias do ensino fundamental, o nosso produto irá fazer o aluno se interessar pela história e cada fez mais aprender matemática, sendo assim o seu aluno aprenderá matemática de um jeito divertido e irá levar sempre para sua vida.</a:t>
            </a:r>
            <a:endParaRPr lang="en-US" sz="2000" dirty="0">
              <a:solidFill>
                <a:schemeClr val="bg1"/>
              </a:solidFill>
              <a:latin typeface="Mangal"/>
              <a:ea typeface="Calibri"/>
              <a:cs typeface="Calibri"/>
            </a:endParaRPr>
          </a:p>
          <a:p>
            <a:pPr algn="l"/>
            <a:br>
              <a:rPr lang="de-DE" b="1" dirty="0">
                <a:ea typeface="Calibri"/>
                <a:cs typeface="Calibri"/>
              </a:rPr>
            </a:br>
            <a:endParaRPr lang="de-DE" b="1" dirty="0">
              <a:solidFill>
                <a:schemeClr val="accent4"/>
              </a:solidFill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4B8142F-2780-982E-D147-ACA9E7D244C7}"/>
              </a:ext>
            </a:extLst>
          </p:cNvPr>
          <p:cNvSpPr txBox="1"/>
          <p:nvPr/>
        </p:nvSpPr>
        <p:spPr>
          <a:xfrm>
            <a:off x="219486" y="6983502"/>
            <a:ext cx="783796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BR" sz="2400" b="1">
              <a:solidFill>
                <a:srgbClr val="FBB60A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41673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E825168-1A74-B209-603E-A9F8C80A1728}"/>
              </a:ext>
            </a:extLst>
          </p:cNvPr>
          <p:cNvSpPr txBox="1"/>
          <p:nvPr/>
        </p:nvSpPr>
        <p:spPr>
          <a:xfrm>
            <a:off x="3592287" y="748392"/>
            <a:ext cx="499382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6000" b="1">
                <a:solidFill>
                  <a:srgbClr val="4475F4"/>
                </a:solidFill>
                <a:latin typeface="Mangal"/>
                <a:cs typeface="Calibri"/>
              </a:rPr>
              <a:t>OBJETIVOS</a:t>
            </a:r>
            <a:endParaRPr lang="pt-BR" sz="6000" b="1">
              <a:latin typeface="Mangal"/>
              <a:cs typeface="Mangal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1C73C41-A1E5-BF2F-6F0F-B85A11BBB5B9}"/>
              </a:ext>
            </a:extLst>
          </p:cNvPr>
          <p:cNvSpPr txBox="1"/>
          <p:nvPr/>
        </p:nvSpPr>
        <p:spPr>
          <a:xfrm>
            <a:off x="470807" y="2666999"/>
            <a:ext cx="3241220" cy="1200329"/>
          </a:xfrm>
          <a:prstGeom prst="rect">
            <a:avLst/>
          </a:prstGeom>
          <a:solidFill>
            <a:srgbClr val="DB0853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Ajudar no desenvolvimento básico </a:t>
            </a:r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Matemático.</a:t>
            </a:r>
            <a:br>
              <a:rPr lang="pt-BR" dirty="0">
                <a:ea typeface="+mn-lt"/>
                <a:cs typeface="+mn-lt"/>
              </a:rPr>
            </a:br>
            <a:endParaRPr lang="pt-BR">
              <a:ea typeface="+mn-lt"/>
              <a:cs typeface="+mn-l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C886F8F-6C08-925F-BB0E-02F493192562}"/>
              </a:ext>
            </a:extLst>
          </p:cNvPr>
          <p:cNvSpPr txBox="1"/>
          <p:nvPr/>
        </p:nvSpPr>
        <p:spPr>
          <a:xfrm>
            <a:off x="4472993" y="2666999"/>
            <a:ext cx="3241220" cy="1200329"/>
          </a:xfrm>
          <a:prstGeom prst="rect">
            <a:avLst/>
          </a:prstGeom>
          <a:solidFill>
            <a:srgbClr val="DB0853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>
                <a:solidFill>
                  <a:schemeClr val="bg1"/>
                </a:solidFill>
                <a:ea typeface="+mn-lt"/>
                <a:cs typeface="+mn-lt"/>
              </a:rPr>
              <a:t>Tornar mais prático e divertido o ensino.</a:t>
            </a:r>
            <a:endParaRPr lang="pt-BR">
              <a:solidFill>
                <a:schemeClr val="bg1"/>
              </a:solidFill>
            </a:endParaRPr>
          </a:p>
          <a:p>
            <a:endParaRPr lang="pt-BR">
              <a:solidFill>
                <a:schemeClr val="bg1"/>
              </a:solidFill>
              <a:ea typeface="Calibri"/>
              <a:cs typeface="Calibri"/>
            </a:endParaRPr>
          </a:p>
          <a:p>
            <a:endParaRPr lang="pt-BR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0AB6055-C5AF-328D-86F6-EC54BCA6D2A6}"/>
              </a:ext>
            </a:extLst>
          </p:cNvPr>
          <p:cNvSpPr txBox="1"/>
          <p:nvPr/>
        </p:nvSpPr>
        <p:spPr>
          <a:xfrm>
            <a:off x="8472874" y="2666998"/>
            <a:ext cx="3445135" cy="1200329"/>
          </a:xfrm>
          <a:prstGeom prst="rect">
            <a:avLst/>
          </a:prstGeom>
          <a:solidFill>
            <a:srgbClr val="DB0853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Transformar o ambiente de estudo, tornando mais didático usando à tecnologia.</a:t>
            </a:r>
          </a:p>
          <a:p>
            <a:endParaRPr lang="pt-BR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95102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41A0FDB1-8875-5C49-DBC4-D99F4130D75F}"/>
              </a:ext>
            </a:extLst>
          </p:cNvPr>
          <p:cNvSpPr txBox="1"/>
          <p:nvPr/>
        </p:nvSpPr>
        <p:spPr>
          <a:xfrm>
            <a:off x="2135481" y="94073"/>
            <a:ext cx="34148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132027C-1E2E-CED7-7535-85511C7D31D0}"/>
              </a:ext>
            </a:extLst>
          </p:cNvPr>
          <p:cNvSpPr txBox="1"/>
          <p:nvPr/>
        </p:nvSpPr>
        <p:spPr>
          <a:xfrm>
            <a:off x="1242113" y="280039"/>
            <a:ext cx="3882571" cy="29854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b="1">
                <a:solidFill>
                  <a:srgbClr val="DB0853"/>
                </a:solidFill>
                <a:cs typeface="Calibri"/>
              </a:rPr>
              <a:t>É</a:t>
            </a:r>
          </a:p>
          <a:p>
            <a:pPr marL="285750" indent="-285750">
              <a:buFont typeface="Arial"/>
              <a:buChar char="•"/>
            </a:pPr>
            <a:endParaRPr lang="pt-BR" sz="2000">
              <a:solidFill>
                <a:schemeClr val="bg1"/>
              </a:solidFill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pt-BR" sz="2000">
                <a:solidFill>
                  <a:schemeClr val="bg1"/>
                </a:solidFill>
              </a:rPr>
              <a:t>UM JOGO EDUCATIVO;</a:t>
            </a:r>
            <a:endParaRPr lang="pt-BR" sz="200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pt-BR" sz="2000">
                <a:solidFill>
                  <a:schemeClr val="bg1"/>
                </a:solidFill>
              </a:rPr>
              <a:t>DIDÁTICO;</a:t>
            </a:r>
            <a:endParaRPr lang="pt-BR" sz="200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pt-BR" sz="2000">
                <a:solidFill>
                  <a:schemeClr val="bg1"/>
                </a:solidFill>
              </a:rPr>
              <a:t>RACIOCÍNIO LÓGICO;</a:t>
            </a:r>
            <a:endParaRPr lang="pt-BR" sz="200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pt-BR" sz="2000">
                <a:solidFill>
                  <a:schemeClr val="bg1"/>
                </a:solidFill>
              </a:rPr>
              <a:t>INTERATIVO;</a:t>
            </a:r>
            <a:endParaRPr lang="pt-BR" sz="200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pt-BR" sz="2000">
                <a:solidFill>
                  <a:schemeClr val="bg1"/>
                </a:solidFill>
                <a:ea typeface="Calibri"/>
                <a:cs typeface="Calibri"/>
              </a:rPr>
              <a:t>OFFILINE;</a:t>
            </a:r>
          </a:p>
          <a:p>
            <a:pPr marL="285750" indent="-285750">
              <a:buFont typeface="Arial"/>
              <a:buChar char="•"/>
            </a:pPr>
            <a:r>
              <a:rPr lang="pt-BR" sz="2000">
                <a:solidFill>
                  <a:schemeClr val="bg1"/>
                </a:solidFill>
                <a:ea typeface="Calibri"/>
                <a:cs typeface="Calibri"/>
              </a:rPr>
              <a:t>JOGO 2D;</a:t>
            </a:r>
          </a:p>
          <a:p>
            <a:pPr marL="285750" indent="-285750">
              <a:buFont typeface="Arial"/>
              <a:buChar char="•"/>
            </a:pPr>
            <a:r>
              <a:rPr lang="pt-BR" sz="2000">
                <a:solidFill>
                  <a:schemeClr val="bg1"/>
                </a:solidFill>
                <a:ea typeface="Calibri"/>
                <a:cs typeface="Calibri"/>
              </a:rPr>
              <a:t>DESKTOP/SOFTWARE.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D97DFD6-B1D2-23AA-3531-6863D4E223D9}"/>
              </a:ext>
            </a:extLst>
          </p:cNvPr>
          <p:cNvSpPr txBox="1"/>
          <p:nvPr/>
        </p:nvSpPr>
        <p:spPr>
          <a:xfrm>
            <a:off x="8086036" y="458813"/>
            <a:ext cx="2743200" cy="2369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DB0853"/>
                </a:solidFill>
                <a:cs typeface="Calibri"/>
              </a:rPr>
              <a:t>NÃO É</a:t>
            </a:r>
            <a:endParaRPr lang="en-US" sz="2800" b="1">
              <a:solidFill>
                <a:srgbClr val="DB0853"/>
              </a:solidFill>
              <a:ea typeface="Calibri"/>
              <a:cs typeface="Calibri"/>
            </a:endParaRPr>
          </a:p>
          <a:p>
            <a:endParaRPr lang="en-US" sz="2000">
              <a:solidFill>
                <a:schemeClr val="bg1"/>
              </a:solidFill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</a:rPr>
              <a:t>SITE WEB;</a:t>
            </a: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</a:rPr>
              <a:t>UMA REDE SOCIAL;</a:t>
            </a: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  <a:ea typeface="Calibri"/>
                <a:cs typeface="Calibri"/>
              </a:rPr>
              <a:t>PRODUTO FÍSICO ;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  <a:ea typeface="Calibri"/>
                <a:cs typeface="Calibri"/>
              </a:rPr>
              <a:t>ONLINE;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  <a:ea typeface="Calibri"/>
                <a:cs typeface="Calibri"/>
              </a:rPr>
              <a:t>MOBILE.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20F91CD-B827-3FA5-3CD9-D1A65C697AF1}"/>
              </a:ext>
            </a:extLst>
          </p:cNvPr>
          <p:cNvSpPr txBox="1"/>
          <p:nvPr/>
        </p:nvSpPr>
        <p:spPr>
          <a:xfrm>
            <a:off x="1240097" y="3903402"/>
            <a:ext cx="3556000" cy="32008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b="1">
                <a:solidFill>
                  <a:srgbClr val="DB0853"/>
                </a:solidFill>
                <a:ea typeface="Calibri"/>
                <a:cs typeface="Calibri"/>
              </a:rPr>
              <a:t>FAZ</a:t>
            </a:r>
          </a:p>
          <a:p>
            <a:endParaRPr lang="pt-BR" sz="200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pt-BR" sz="2000">
                <a:solidFill>
                  <a:schemeClr val="bg1"/>
                </a:solidFill>
                <a:ea typeface="Calibri"/>
                <a:cs typeface="Calibri"/>
              </a:rPr>
              <a:t>SISTEMA DE INICIALIZAÇÃO ;</a:t>
            </a:r>
          </a:p>
          <a:p>
            <a:pPr marL="285750" indent="-285750">
              <a:buFont typeface="Arial"/>
              <a:buChar char="•"/>
            </a:pPr>
            <a:r>
              <a:rPr lang="pt-BR" sz="2000">
                <a:solidFill>
                  <a:schemeClr val="bg1"/>
                </a:solidFill>
                <a:ea typeface="Calibri"/>
                <a:cs typeface="Calibri"/>
              </a:rPr>
              <a:t>CÁLCULO MATEMÁTICO;</a:t>
            </a:r>
          </a:p>
          <a:p>
            <a:pPr marL="285750" indent="-285750">
              <a:buFont typeface="Arial"/>
              <a:buChar char="•"/>
            </a:pPr>
            <a:r>
              <a:rPr lang="pt-BR" sz="2000">
                <a:solidFill>
                  <a:schemeClr val="bg1"/>
                </a:solidFill>
                <a:ea typeface="Calibri"/>
                <a:cs typeface="Calibri"/>
              </a:rPr>
              <a:t>VALIDAÇÃO DE ACERTO;</a:t>
            </a:r>
          </a:p>
          <a:p>
            <a:pPr marL="285750" indent="-285750">
              <a:buFont typeface="Arial"/>
              <a:buChar char="•"/>
            </a:pPr>
            <a:r>
              <a:rPr lang="pt-BR" sz="2000">
                <a:solidFill>
                  <a:schemeClr val="bg1"/>
                </a:solidFill>
                <a:ea typeface="Calibri"/>
                <a:cs typeface="Calibri"/>
              </a:rPr>
              <a:t>INTERAÇÃO AO JOGADOR.</a:t>
            </a:r>
          </a:p>
          <a:p>
            <a:pPr marL="285750" indent="-285750">
              <a:buFont typeface="Arial"/>
              <a:buChar char="•"/>
            </a:pPr>
            <a:endParaRPr lang="pt-BR" sz="2000">
              <a:solidFill>
                <a:schemeClr val="bg1"/>
              </a:solidFill>
              <a:ea typeface="Calibri"/>
              <a:cs typeface="Calibri"/>
            </a:endParaRPr>
          </a:p>
          <a:p>
            <a:br>
              <a:rPr lang="pt-BR">
                <a:ea typeface="Calibri"/>
                <a:cs typeface="Calibri"/>
              </a:rPr>
            </a:br>
            <a:br>
              <a:rPr lang="pt-BR">
                <a:ea typeface="Calibri"/>
                <a:cs typeface="Calibri"/>
              </a:rPr>
            </a:br>
            <a:endParaRPr lang="pt-BR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8754227-4468-43AD-9D06-EFB2D4189E36}"/>
              </a:ext>
            </a:extLst>
          </p:cNvPr>
          <p:cNvSpPr txBox="1"/>
          <p:nvPr/>
        </p:nvSpPr>
        <p:spPr>
          <a:xfrm>
            <a:off x="8080962" y="3906593"/>
            <a:ext cx="3556000" cy="38164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b="1">
                <a:solidFill>
                  <a:srgbClr val="DB0853"/>
                </a:solidFill>
                <a:cs typeface="Calibri"/>
              </a:rPr>
              <a:t>NÃO FAZ</a:t>
            </a:r>
            <a:endParaRPr lang="pt-BR" sz="2800" b="1">
              <a:solidFill>
                <a:srgbClr val="DB0853"/>
              </a:solidFill>
              <a:ea typeface="Calibri"/>
              <a:cs typeface="Calibri"/>
            </a:endParaRPr>
          </a:p>
          <a:p>
            <a:endParaRPr lang="pt-BR" sz="2000">
              <a:solidFill>
                <a:schemeClr val="bg1"/>
              </a:solidFill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pt-BR" sz="2000">
                <a:solidFill>
                  <a:schemeClr val="bg1"/>
                </a:solidFill>
                <a:ea typeface="Calibri"/>
                <a:cs typeface="Calibri"/>
              </a:rPr>
              <a:t>AVALIAÇÃO FINAL DO USUARIO;</a:t>
            </a:r>
          </a:p>
          <a:p>
            <a:pPr marL="342900" indent="-342900">
              <a:buFont typeface="Arial"/>
              <a:buChar char="•"/>
            </a:pPr>
            <a:r>
              <a:rPr lang="pt-BR" sz="2000">
                <a:solidFill>
                  <a:schemeClr val="bg1"/>
                </a:solidFill>
                <a:ea typeface="Calibri"/>
                <a:cs typeface="Calibri"/>
              </a:rPr>
              <a:t>CORREÇÃO AO ERRO;</a:t>
            </a:r>
          </a:p>
          <a:p>
            <a:pPr marL="342900" indent="-342900">
              <a:buFont typeface="Arial"/>
              <a:buChar char="•"/>
            </a:pPr>
            <a:r>
              <a:rPr lang="pt-BR" sz="2000">
                <a:solidFill>
                  <a:schemeClr val="bg1"/>
                </a:solidFill>
                <a:ea typeface="Calibri"/>
                <a:cs typeface="Calibri"/>
              </a:rPr>
              <a:t>CADASTRO E LOGIN.</a:t>
            </a:r>
          </a:p>
          <a:p>
            <a:endParaRPr lang="pt-BR" sz="2000">
              <a:solidFill>
                <a:schemeClr val="bg1"/>
              </a:solidFill>
              <a:ea typeface="Calibri"/>
              <a:cs typeface="Calibri"/>
            </a:endParaRPr>
          </a:p>
          <a:p>
            <a:endParaRPr lang="pt-BR" sz="2000">
              <a:solidFill>
                <a:srgbClr val="FFFFFF"/>
              </a:solidFill>
              <a:ea typeface="Calibri"/>
              <a:cs typeface="Calibri"/>
            </a:endParaRPr>
          </a:p>
          <a:p>
            <a:endParaRPr lang="pt-BR" sz="2000">
              <a:solidFill>
                <a:srgbClr val="FFFFFF"/>
              </a:solidFill>
              <a:ea typeface="Calibri"/>
              <a:cs typeface="Calibri"/>
            </a:endParaRPr>
          </a:p>
          <a:p>
            <a:br>
              <a:rPr lang="pt-BR">
                <a:ea typeface="Calibri"/>
                <a:cs typeface="Calibri"/>
              </a:rPr>
            </a:br>
            <a:br>
              <a:rPr lang="pt-BR">
                <a:ea typeface="Calibri"/>
                <a:cs typeface="Calibri"/>
              </a:rPr>
            </a:br>
            <a:endParaRPr lang="pt-BR">
              <a:solidFill>
                <a:srgbClr val="00000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779872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3112172" y="212533"/>
            <a:ext cx="5145852" cy="117404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b="1">
                <a:solidFill>
                  <a:srgbClr val="4475F4"/>
                </a:solidFill>
                <a:latin typeface="Mangal"/>
                <a:cs typeface="Calibri Light"/>
              </a:rPr>
              <a:t>PERSONAS</a:t>
            </a:r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787A076-6C12-F8D8-E2D2-9C31885ACE50}"/>
              </a:ext>
            </a:extLst>
          </p:cNvPr>
          <p:cNvSpPr txBox="1"/>
          <p:nvPr/>
        </p:nvSpPr>
        <p:spPr>
          <a:xfrm>
            <a:off x="8666858" y="261985"/>
            <a:ext cx="507059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>
                <a:solidFill>
                  <a:srgbClr val="DB0853"/>
                </a:solidFill>
                <a:ea typeface="Calibri"/>
                <a:cs typeface="Calibri"/>
              </a:rPr>
              <a:t>Nome:</a:t>
            </a:r>
            <a:r>
              <a:rPr lang="pt-BR" sz="2400">
                <a:solidFill>
                  <a:srgbClr val="7030A0"/>
                </a:solidFill>
                <a:ea typeface="Calibri"/>
                <a:cs typeface="Calibri"/>
              </a:rPr>
              <a:t> </a:t>
            </a:r>
            <a:r>
              <a:rPr lang="pt-BR" sz="2400">
                <a:solidFill>
                  <a:schemeClr val="bg1"/>
                </a:solidFill>
                <a:ea typeface="Calibri"/>
                <a:cs typeface="Calibri"/>
              </a:rPr>
              <a:t>Roberto Lopes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BF08915-CFDD-4781-0194-470F21AA2E1D}"/>
              </a:ext>
            </a:extLst>
          </p:cNvPr>
          <p:cNvSpPr txBox="1"/>
          <p:nvPr/>
        </p:nvSpPr>
        <p:spPr>
          <a:xfrm>
            <a:off x="621203" y="1820156"/>
            <a:ext cx="5070592" cy="3668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rgbClr val="DB0853"/>
                </a:solidFill>
              </a:rPr>
              <a:t>Comportamentos</a:t>
            </a:r>
            <a:r>
              <a:rPr lang="pt-BR" b="1">
                <a:solidFill>
                  <a:srgbClr val="DB0853"/>
                </a:solidFill>
                <a:ea typeface="Calibri"/>
                <a:cs typeface="Calibri"/>
              </a:rPr>
              <a:t>: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E6EFE4E-F6B4-1CC9-5BC5-8E2DAEA23552}"/>
              </a:ext>
            </a:extLst>
          </p:cNvPr>
          <p:cNvSpPr txBox="1"/>
          <p:nvPr/>
        </p:nvSpPr>
        <p:spPr>
          <a:xfrm>
            <a:off x="626857" y="4135673"/>
            <a:ext cx="5070592" cy="3668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rgbClr val="DB0853"/>
                </a:solidFill>
                <a:ea typeface="Calibri"/>
                <a:cs typeface="Calibri"/>
              </a:rPr>
              <a:t>Necessidades: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3F64C4A-0028-B575-F3C7-C737A0FD0282}"/>
              </a:ext>
            </a:extLst>
          </p:cNvPr>
          <p:cNvSpPr txBox="1"/>
          <p:nvPr/>
        </p:nvSpPr>
        <p:spPr>
          <a:xfrm>
            <a:off x="6268205" y="305333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rgbClr val="DB0853"/>
                </a:solidFill>
              </a:rPr>
              <a:t>Perfil:</a:t>
            </a:r>
            <a:endParaRPr lang="pt-BR" b="1">
              <a:solidFill>
                <a:srgbClr val="DB0853"/>
              </a:solidFill>
              <a:ea typeface="Calibri"/>
              <a:cs typeface="Calibri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8645582-3D52-DCCD-060E-71F217570C8F}"/>
              </a:ext>
            </a:extLst>
          </p:cNvPr>
          <p:cNvSpPr txBox="1"/>
          <p:nvPr/>
        </p:nvSpPr>
        <p:spPr>
          <a:xfrm>
            <a:off x="6377720" y="3449729"/>
            <a:ext cx="2185688" cy="1754326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BR">
                <a:solidFill>
                  <a:schemeClr val="bg1"/>
                </a:solidFill>
                <a:ea typeface="Calibri"/>
                <a:cs typeface="Calibri"/>
              </a:rPr>
              <a:t>27 anos;</a:t>
            </a:r>
          </a:p>
          <a:p>
            <a:pPr marL="285750" indent="-285750">
              <a:buFont typeface="Arial"/>
              <a:buChar char="•"/>
            </a:pPr>
            <a:r>
              <a:rPr lang="pt-BR">
                <a:solidFill>
                  <a:schemeClr val="bg1"/>
                </a:solidFill>
                <a:ea typeface="Calibri"/>
                <a:cs typeface="Calibri"/>
              </a:rPr>
              <a:t>Solteiro;</a:t>
            </a:r>
          </a:p>
          <a:p>
            <a:pPr marL="285750" indent="-285750">
              <a:buFont typeface="Arial"/>
              <a:buChar char="•"/>
            </a:pPr>
            <a:r>
              <a:rPr lang="pt-BR">
                <a:solidFill>
                  <a:schemeClr val="bg1"/>
                </a:solidFill>
                <a:ea typeface="Calibri"/>
                <a:cs typeface="Calibri"/>
              </a:rPr>
              <a:t>01 filho;</a:t>
            </a:r>
          </a:p>
          <a:p>
            <a:pPr marL="285750" indent="-285750">
              <a:buFont typeface="Arial"/>
              <a:buChar char="•"/>
            </a:pPr>
            <a:r>
              <a:rPr lang="pt-BR">
                <a:solidFill>
                  <a:schemeClr val="bg1"/>
                </a:solidFill>
                <a:ea typeface="Calibri"/>
                <a:cs typeface="Calibri"/>
              </a:rPr>
              <a:t>Professor; </a:t>
            </a:r>
          </a:p>
          <a:p>
            <a:pPr marL="285750" indent="-285750">
              <a:buFont typeface="Arial"/>
              <a:buChar char="•"/>
            </a:pPr>
            <a:r>
              <a:rPr lang="pt-BR">
                <a:solidFill>
                  <a:schemeClr val="bg1"/>
                </a:solidFill>
                <a:ea typeface="Calibri"/>
                <a:cs typeface="Calibri"/>
              </a:rPr>
              <a:t>Gosta de games;</a:t>
            </a:r>
          </a:p>
          <a:p>
            <a:pPr marL="285750" indent="-285750">
              <a:buFont typeface="Arial"/>
              <a:buChar char="•"/>
            </a:pPr>
            <a:r>
              <a:rPr lang="pt-BR">
                <a:solidFill>
                  <a:schemeClr val="bg1"/>
                </a:solidFill>
                <a:ea typeface="Calibri"/>
                <a:cs typeface="Calibri"/>
              </a:rPr>
              <a:t>Mora em Garça.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B6E01E8-4DD8-0829-10E9-86CEEA1953B5}"/>
              </a:ext>
            </a:extLst>
          </p:cNvPr>
          <p:cNvSpPr txBox="1"/>
          <p:nvPr/>
        </p:nvSpPr>
        <p:spPr>
          <a:xfrm>
            <a:off x="713315" y="4559894"/>
            <a:ext cx="4403651" cy="1200329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BR">
                <a:solidFill>
                  <a:schemeClr val="bg1"/>
                </a:solidFill>
                <a:ea typeface="Calibri"/>
                <a:cs typeface="Calibri"/>
              </a:rPr>
              <a:t>Facilitar o ensinamento matemático para seus alunos;</a:t>
            </a:r>
          </a:p>
          <a:p>
            <a:pPr marL="285750" indent="-285750">
              <a:buFont typeface="Arial"/>
              <a:buChar char="•"/>
            </a:pPr>
            <a:r>
              <a:rPr lang="pt-BR">
                <a:solidFill>
                  <a:schemeClr val="bg1"/>
                </a:solidFill>
                <a:ea typeface="Calibri"/>
                <a:cs typeface="Calibri"/>
              </a:rPr>
              <a:t>Criar interesse na tecnologia de ensino-aprendizagem.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64CE536-4B3D-5E40-208F-2EF5FDDAD55B}"/>
              </a:ext>
            </a:extLst>
          </p:cNvPr>
          <p:cNvSpPr txBox="1"/>
          <p:nvPr/>
        </p:nvSpPr>
        <p:spPr>
          <a:xfrm>
            <a:off x="712922" y="2222256"/>
            <a:ext cx="4403651" cy="1200329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BR">
                <a:solidFill>
                  <a:schemeClr val="bg1"/>
                </a:solidFill>
                <a:ea typeface="Calibri"/>
                <a:cs typeface="Calibri"/>
              </a:rPr>
              <a:t>Paixão Por ser Professor;</a:t>
            </a:r>
          </a:p>
          <a:p>
            <a:pPr marL="285750" indent="-285750">
              <a:buFont typeface="Arial"/>
              <a:buChar char="•"/>
            </a:pPr>
            <a:r>
              <a:rPr lang="pt-BR">
                <a:solidFill>
                  <a:schemeClr val="bg1"/>
                </a:solidFill>
                <a:ea typeface="Calibri"/>
                <a:cs typeface="Calibri"/>
              </a:rPr>
              <a:t>Ama Pedalar nas horas Vagas e final de Semana;</a:t>
            </a:r>
          </a:p>
          <a:p>
            <a:pPr marL="285750" indent="-285750">
              <a:buFont typeface="Arial"/>
              <a:buChar char="•"/>
            </a:pPr>
            <a:r>
              <a:rPr lang="pt-BR">
                <a:solidFill>
                  <a:schemeClr val="bg1"/>
                </a:solidFill>
                <a:ea typeface="Calibri"/>
                <a:cs typeface="Calibri"/>
              </a:rPr>
              <a:t>Adora Filme de comédia.</a:t>
            </a:r>
          </a:p>
        </p:txBody>
      </p:sp>
      <p:pic>
        <p:nvPicPr>
          <p:cNvPr id="6" name="Imagem 6">
            <a:extLst>
              <a:ext uri="{FF2B5EF4-FFF2-40B4-BE49-F238E27FC236}">
                <a16:creationId xmlns:a16="http://schemas.microsoft.com/office/drawing/2014/main" id="{17CD3631-DE23-3B94-4431-FE0E756F5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2679" y="591959"/>
            <a:ext cx="2619375" cy="290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4129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3112172" y="212533"/>
            <a:ext cx="5145852" cy="117404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b="1" dirty="0">
                <a:solidFill>
                  <a:srgbClr val="4475F4"/>
                </a:solidFill>
                <a:latin typeface="Mangal"/>
                <a:ea typeface="Calibri Light"/>
                <a:cs typeface="Calibri Light"/>
              </a:rPr>
              <a:t>PERSONAS 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787A076-6C12-F8D8-E2D2-9C31885ACE50}"/>
              </a:ext>
            </a:extLst>
          </p:cNvPr>
          <p:cNvSpPr txBox="1"/>
          <p:nvPr/>
        </p:nvSpPr>
        <p:spPr>
          <a:xfrm>
            <a:off x="8666858" y="294182"/>
            <a:ext cx="316022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>
                <a:solidFill>
                  <a:srgbClr val="DB0853"/>
                </a:solidFill>
                <a:ea typeface="Calibri"/>
                <a:cs typeface="Calibri"/>
              </a:rPr>
              <a:t>Nome:</a:t>
            </a:r>
            <a:r>
              <a:rPr lang="pt-BR" sz="2400">
                <a:solidFill>
                  <a:srgbClr val="7030A0"/>
                </a:solidFill>
                <a:ea typeface="Calibri"/>
                <a:cs typeface="Calibri"/>
              </a:rPr>
              <a:t> </a:t>
            </a:r>
            <a:r>
              <a:rPr lang="pt-BR" sz="2400">
                <a:solidFill>
                  <a:schemeClr val="bg1"/>
                </a:solidFill>
                <a:ea typeface="Calibri"/>
                <a:cs typeface="Calibri"/>
              </a:rPr>
              <a:t>Larissa Finch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BF08915-CFDD-4781-0194-470F21AA2E1D}"/>
              </a:ext>
            </a:extLst>
          </p:cNvPr>
          <p:cNvSpPr txBox="1"/>
          <p:nvPr/>
        </p:nvSpPr>
        <p:spPr>
          <a:xfrm>
            <a:off x="621203" y="1820156"/>
            <a:ext cx="5070592" cy="3668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rgbClr val="DB0853"/>
                </a:solidFill>
              </a:rPr>
              <a:t>Comportamentos</a:t>
            </a:r>
            <a:r>
              <a:rPr lang="pt-BR" b="1">
                <a:solidFill>
                  <a:srgbClr val="DB0853"/>
                </a:solidFill>
                <a:ea typeface="Calibri"/>
                <a:cs typeface="Calibri"/>
              </a:rPr>
              <a:t>: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E6EFE4E-F6B4-1CC9-5BC5-8E2DAEA23552}"/>
              </a:ext>
            </a:extLst>
          </p:cNvPr>
          <p:cNvSpPr txBox="1"/>
          <p:nvPr/>
        </p:nvSpPr>
        <p:spPr>
          <a:xfrm>
            <a:off x="626857" y="4230923"/>
            <a:ext cx="5070592" cy="3668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rgbClr val="DB0853"/>
                </a:solidFill>
                <a:ea typeface="Calibri"/>
                <a:cs typeface="Calibri"/>
              </a:rPr>
              <a:t>Necessidades: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3F64C4A-0028-B575-F3C7-C737A0FD0282}"/>
              </a:ext>
            </a:extLst>
          </p:cNvPr>
          <p:cNvSpPr txBox="1"/>
          <p:nvPr/>
        </p:nvSpPr>
        <p:spPr>
          <a:xfrm>
            <a:off x="6132134" y="324383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rgbClr val="DB0853"/>
                </a:solidFill>
              </a:rPr>
              <a:t>Perfil:</a:t>
            </a:r>
            <a:endParaRPr lang="pt-BR" b="1">
              <a:solidFill>
                <a:srgbClr val="DB0853"/>
              </a:solidFill>
              <a:ea typeface="Calibri"/>
              <a:cs typeface="Calibri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8645582-3D52-DCCD-060E-71F217570C8F}"/>
              </a:ext>
            </a:extLst>
          </p:cNvPr>
          <p:cNvSpPr txBox="1"/>
          <p:nvPr/>
        </p:nvSpPr>
        <p:spPr>
          <a:xfrm>
            <a:off x="6132791" y="3629497"/>
            <a:ext cx="2593518" cy="2031325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pt-BR" dirty="0">
                <a:solidFill>
                  <a:schemeClr val="bg1"/>
                </a:solidFill>
                <a:ea typeface="Calibri"/>
                <a:cs typeface="Calibri"/>
              </a:rPr>
              <a:t>35 anos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r>
              <a:rPr lang="pt-BR" dirty="0">
                <a:solidFill>
                  <a:schemeClr val="bg1"/>
                </a:solidFill>
                <a:ea typeface="Calibri"/>
                <a:cs typeface="Calibri"/>
              </a:rPr>
              <a:t>Casada ;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r>
              <a:rPr lang="pt-BR" dirty="0">
                <a:solidFill>
                  <a:schemeClr val="bg1"/>
                </a:solidFill>
                <a:ea typeface="Calibri"/>
                <a:cs typeface="Calibri"/>
              </a:rPr>
              <a:t>02 filhos; </a:t>
            </a:r>
            <a:endParaRPr lang="pt-BR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r>
              <a:rPr lang="pt-BR" dirty="0">
                <a:solidFill>
                  <a:schemeClr val="bg1"/>
                </a:solidFill>
                <a:ea typeface="Calibri"/>
                <a:cs typeface="Calibri"/>
              </a:rPr>
              <a:t>Empresaria &amp; coach; 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r>
              <a:rPr lang="pt-BR" dirty="0">
                <a:solidFill>
                  <a:schemeClr val="bg1"/>
                </a:solidFill>
                <a:ea typeface="Calibri"/>
                <a:cs typeface="Calibri"/>
              </a:rPr>
              <a:t>Gosta de Empreender;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r>
              <a:rPr lang="pt-BR" dirty="0">
                <a:solidFill>
                  <a:schemeClr val="bg1"/>
                </a:solidFill>
                <a:ea typeface="Calibri"/>
                <a:cs typeface="Calibri"/>
              </a:rPr>
              <a:t>Mora em Vera Cruz;</a:t>
            </a:r>
          </a:p>
          <a:p>
            <a:pPr marL="285750" indent="-285750">
              <a:buFont typeface="Arial,Sans-Serif"/>
              <a:buChar char="•"/>
            </a:pPr>
            <a:r>
              <a:rPr lang="pt-BR" dirty="0">
                <a:solidFill>
                  <a:schemeClr val="bg1"/>
                </a:solidFill>
                <a:cs typeface="Calibri"/>
              </a:rPr>
              <a:t>Mãe do Joel.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B6E01E8-4DD8-0829-10E9-86CEEA1953B5}"/>
              </a:ext>
            </a:extLst>
          </p:cNvPr>
          <p:cNvSpPr txBox="1"/>
          <p:nvPr/>
        </p:nvSpPr>
        <p:spPr>
          <a:xfrm>
            <a:off x="713315" y="4559894"/>
            <a:ext cx="4403651" cy="1477328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pt-BR">
                <a:solidFill>
                  <a:schemeClr val="bg1"/>
                </a:solidFill>
                <a:ea typeface="Calibri"/>
                <a:cs typeface="Calibri"/>
              </a:rPr>
              <a:t>Dar mais atenção e amor para seus filhos;</a:t>
            </a:r>
            <a:endParaRPr lang="pt-BR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r>
              <a:rPr lang="pt-BR">
                <a:solidFill>
                  <a:schemeClr val="bg1"/>
                </a:solidFill>
                <a:ea typeface="Calibri"/>
                <a:cs typeface="Calibri"/>
              </a:rPr>
              <a:t>Aprender um pouco mais sobre matemática.</a:t>
            </a:r>
          </a:p>
          <a:p>
            <a:pPr marL="285750" indent="-285750">
              <a:buFont typeface="Arial,Sans-Serif"/>
              <a:buChar char="•"/>
            </a:pPr>
            <a:r>
              <a:rPr lang="pt-BR">
                <a:solidFill>
                  <a:schemeClr val="bg1"/>
                </a:solidFill>
                <a:ea typeface="Calibri"/>
                <a:cs typeface="Calibri"/>
              </a:rPr>
              <a:t>Fazer um separação de sua vida profissional e familiar.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64CE536-4B3D-5E40-208F-2EF5FDDAD55B}"/>
              </a:ext>
            </a:extLst>
          </p:cNvPr>
          <p:cNvSpPr txBox="1"/>
          <p:nvPr/>
        </p:nvSpPr>
        <p:spPr>
          <a:xfrm>
            <a:off x="712922" y="2195042"/>
            <a:ext cx="4403651" cy="1477328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pt-BR">
                <a:solidFill>
                  <a:schemeClr val="bg1"/>
                </a:solidFill>
                <a:ea typeface="Calibri"/>
                <a:cs typeface="Calibri"/>
              </a:rPr>
              <a:t>Gosta dos Seus Filho;</a:t>
            </a:r>
            <a:endParaRPr lang="pt-BR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r>
              <a:rPr lang="pt-BR">
                <a:solidFill>
                  <a:schemeClr val="bg1"/>
                </a:solidFill>
                <a:ea typeface="Calibri"/>
                <a:cs typeface="Calibri"/>
              </a:rPr>
              <a:t>Sua Vida Profissional em 1º lugar;</a:t>
            </a:r>
            <a:endParaRPr lang="pt-BR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r>
              <a:rPr lang="pt-BR">
                <a:solidFill>
                  <a:schemeClr val="bg1"/>
                </a:solidFill>
                <a:ea typeface="Calibri"/>
                <a:cs typeface="Calibri"/>
              </a:rPr>
              <a:t>Dificuldade com matemática; </a:t>
            </a:r>
            <a:endParaRPr lang="pt-BR">
              <a:solidFill>
                <a:schemeClr val="bg1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pt-BR">
                <a:solidFill>
                  <a:schemeClr val="bg1"/>
                </a:solidFill>
                <a:ea typeface="Calibri"/>
                <a:cs typeface="Calibri"/>
              </a:rPr>
              <a:t>Gosta de dar Palestra sobre sua em empresa.</a:t>
            </a:r>
          </a:p>
        </p:txBody>
      </p:sp>
      <p:pic>
        <p:nvPicPr>
          <p:cNvPr id="5" name="Imagem 5" descr="Uma imagem contendo Ícone&#10;&#10;Descrição gerada automaticamente">
            <a:extLst>
              <a:ext uri="{FF2B5EF4-FFF2-40B4-BE49-F238E27FC236}">
                <a16:creationId xmlns:a16="http://schemas.microsoft.com/office/drawing/2014/main" id="{083DA37D-A142-BA93-BB09-0F533558E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7836" y="754035"/>
            <a:ext cx="2743200" cy="2752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389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3112172" y="212533"/>
            <a:ext cx="5145852" cy="117404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b="1" dirty="0">
                <a:solidFill>
                  <a:srgbClr val="4475F4"/>
                </a:solidFill>
                <a:latin typeface="Mangal"/>
                <a:cs typeface="Calibri Light"/>
              </a:rPr>
              <a:t>PERSONAS</a:t>
            </a:r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787A076-6C12-F8D8-E2D2-9C31885ACE50}"/>
              </a:ext>
            </a:extLst>
          </p:cNvPr>
          <p:cNvSpPr txBox="1"/>
          <p:nvPr/>
        </p:nvSpPr>
        <p:spPr>
          <a:xfrm>
            <a:off x="8666858" y="261985"/>
            <a:ext cx="293484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>
                <a:solidFill>
                  <a:srgbClr val="DB0853"/>
                </a:solidFill>
                <a:ea typeface="Calibri"/>
                <a:cs typeface="Calibri"/>
              </a:rPr>
              <a:t>Nome:</a:t>
            </a:r>
            <a:r>
              <a:rPr lang="pt-BR" sz="2400">
                <a:solidFill>
                  <a:srgbClr val="7030A0"/>
                </a:solidFill>
                <a:ea typeface="Calibri"/>
                <a:cs typeface="Calibri"/>
              </a:rPr>
              <a:t> </a:t>
            </a:r>
            <a:r>
              <a:rPr lang="pt-BR" sz="2400">
                <a:solidFill>
                  <a:schemeClr val="bg1"/>
                </a:solidFill>
                <a:ea typeface="Calibri"/>
                <a:cs typeface="Calibri"/>
              </a:rPr>
              <a:t>Joel Finch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BF08915-CFDD-4781-0194-470F21AA2E1D}"/>
              </a:ext>
            </a:extLst>
          </p:cNvPr>
          <p:cNvSpPr txBox="1"/>
          <p:nvPr/>
        </p:nvSpPr>
        <p:spPr>
          <a:xfrm>
            <a:off x="621203" y="1820156"/>
            <a:ext cx="5070592" cy="3668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rgbClr val="DB0853"/>
                </a:solidFill>
              </a:rPr>
              <a:t>Comportamentos</a:t>
            </a:r>
            <a:r>
              <a:rPr lang="pt-BR" b="1">
                <a:solidFill>
                  <a:srgbClr val="DB0853"/>
                </a:solidFill>
                <a:ea typeface="Calibri"/>
                <a:cs typeface="Calibri"/>
              </a:rPr>
              <a:t>: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E6EFE4E-F6B4-1CC9-5BC5-8E2DAEA23552}"/>
              </a:ext>
            </a:extLst>
          </p:cNvPr>
          <p:cNvSpPr txBox="1"/>
          <p:nvPr/>
        </p:nvSpPr>
        <p:spPr>
          <a:xfrm>
            <a:off x="626857" y="4135673"/>
            <a:ext cx="5070592" cy="3668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rgbClr val="DB0853"/>
                </a:solidFill>
                <a:ea typeface="Calibri"/>
                <a:cs typeface="Calibri"/>
              </a:rPr>
              <a:t>Necessidades: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3F64C4A-0028-B575-F3C7-C737A0FD0282}"/>
              </a:ext>
            </a:extLst>
          </p:cNvPr>
          <p:cNvSpPr txBox="1"/>
          <p:nvPr/>
        </p:nvSpPr>
        <p:spPr>
          <a:xfrm>
            <a:off x="6200170" y="269954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rgbClr val="DB0853"/>
                </a:solidFill>
              </a:rPr>
              <a:t>Perfil:</a:t>
            </a:r>
            <a:endParaRPr lang="pt-BR" b="1">
              <a:solidFill>
                <a:srgbClr val="DB0853"/>
              </a:solidFill>
              <a:ea typeface="Calibri"/>
              <a:cs typeface="Calibri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8645582-3D52-DCCD-060E-71F217570C8F}"/>
              </a:ext>
            </a:extLst>
          </p:cNvPr>
          <p:cNvSpPr txBox="1"/>
          <p:nvPr/>
        </p:nvSpPr>
        <p:spPr>
          <a:xfrm>
            <a:off x="6200827" y="3163979"/>
            <a:ext cx="2185688" cy="2585323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09 anos;</a:t>
            </a:r>
            <a:endParaRPr lang="en-US" dirty="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Solteiro;</a:t>
            </a:r>
            <a:endParaRPr lang="pt-BR" dirty="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Tem 01 irmão;</a:t>
            </a:r>
          </a:p>
          <a:p>
            <a:pPr marL="285750" indent="-285750">
              <a:buFont typeface="Arial,Sans-Serif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Aluno do ensino fundamental; </a:t>
            </a:r>
            <a:endParaRPr lang="en-US" dirty="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Gosta de games;</a:t>
            </a:r>
            <a:endParaRPr lang="en-US" dirty="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Mora em Vera  Cruz;</a:t>
            </a:r>
          </a:p>
          <a:p>
            <a:pPr marL="285750" indent="-285750">
              <a:buFont typeface="Arial,Sans-Serif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cs typeface="Calibri"/>
              </a:rPr>
              <a:t>Filho da Larissa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B6E01E8-4DD8-0829-10E9-86CEEA1953B5}"/>
              </a:ext>
            </a:extLst>
          </p:cNvPr>
          <p:cNvSpPr txBox="1"/>
          <p:nvPr/>
        </p:nvSpPr>
        <p:spPr>
          <a:xfrm>
            <a:off x="713315" y="4559894"/>
            <a:ext cx="4403651" cy="1477328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pt-BR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Aprender Matemática;</a:t>
            </a:r>
            <a:endParaRPr lang="en-US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r>
              <a:rPr lang="pt-BR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Prestar mais atenção nas aulas.</a:t>
            </a:r>
          </a:p>
          <a:p>
            <a:pPr marL="285750" indent="-285750">
              <a:buFont typeface="Arial,Sans-Serif"/>
              <a:buChar char="•"/>
            </a:pPr>
            <a:r>
              <a:rPr lang="pt-BR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Largar o computador e games nas suas horas vagas</a:t>
            </a:r>
          </a:p>
          <a:p>
            <a:pPr marL="285750" indent="-285750">
              <a:buFont typeface="Arial"/>
              <a:buChar char="•"/>
            </a:pPr>
            <a:endParaRPr lang="pt-BR">
              <a:solidFill>
                <a:srgbClr val="FFC000"/>
              </a:solidFill>
              <a:ea typeface="Calibri"/>
              <a:cs typeface="Calibri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64CE536-4B3D-5E40-208F-2EF5FDDAD55B}"/>
              </a:ext>
            </a:extLst>
          </p:cNvPr>
          <p:cNvSpPr txBox="1"/>
          <p:nvPr/>
        </p:nvSpPr>
        <p:spPr>
          <a:xfrm>
            <a:off x="712922" y="2222256"/>
            <a:ext cx="4403651" cy="1754326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Gosta de Futebol;</a:t>
            </a:r>
            <a:endParaRPr lang="pt-BR" dirty="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Gosta de Jogar Games;</a:t>
            </a:r>
            <a:endParaRPr lang="en-US" dirty="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Tem dificuldade em aprender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matematica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.</a:t>
            </a:r>
            <a:endParaRPr lang="pt-BR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endParaRPr lang="pt-BR" dirty="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pt-BR" dirty="0">
              <a:solidFill>
                <a:srgbClr val="FFC000"/>
              </a:solidFill>
              <a:ea typeface="Calibri"/>
              <a:cs typeface="Calibri"/>
            </a:endParaRPr>
          </a:p>
        </p:txBody>
      </p:sp>
      <p:pic>
        <p:nvPicPr>
          <p:cNvPr id="3" name="Imagem 4">
            <a:extLst>
              <a:ext uri="{FF2B5EF4-FFF2-40B4-BE49-F238E27FC236}">
                <a16:creationId xmlns:a16="http://schemas.microsoft.com/office/drawing/2014/main" id="{44C169EE-D533-6137-E5EA-83E0FFACA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1752" y="557156"/>
            <a:ext cx="2743200" cy="2760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950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312276" y="137018"/>
            <a:ext cx="9144000" cy="887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z="4400" b="1">
                <a:solidFill>
                  <a:srgbClr val="4475F4"/>
                </a:solidFill>
                <a:latin typeface="Mangal"/>
                <a:ea typeface="Calibri Light"/>
                <a:cs typeface="Calibri Light"/>
              </a:rPr>
              <a:t>PERSONAS </a:t>
            </a:r>
            <a:r>
              <a:rPr lang="de-DE" sz="4400" b="1">
                <a:solidFill>
                  <a:srgbClr val="DB0853"/>
                </a:solidFill>
                <a:latin typeface="Mangal"/>
                <a:ea typeface="Calibri Light"/>
                <a:cs typeface="Calibri Light"/>
              </a:rPr>
              <a:t>/ </a:t>
            </a:r>
            <a:r>
              <a:rPr lang="de-DE" sz="4400" b="1">
                <a:solidFill>
                  <a:srgbClr val="4475F4"/>
                </a:solidFill>
                <a:latin typeface="Mangal"/>
                <a:ea typeface="Calibri Light"/>
                <a:cs typeface="Calibri Light"/>
              </a:rPr>
              <a:t>OBJETIVOS</a:t>
            </a:r>
          </a:p>
        </p:txBody>
      </p:sp>
      <p:pic>
        <p:nvPicPr>
          <p:cNvPr id="4" name="Imagem 4" descr="Ícone&#10;&#10;Descrição gerada automaticamente">
            <a:extLst>
              <a:ext uri="{FF2B5EF4-FFF2-40B4-BE49-F238E27FC236}">
                <a16:creationId xmlns:a16="http://schemas.microsoft.com/office/drawing/2014/main" id="{0326C5DF-D253-D63D-131E-0093EDC7E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11" y="1030122"/>
            <a:ext cx="1862959" cy="1866702"/>
          </a:xfrm>
          <a:prstGeom prst="rect">
            <a:avLst/>
          </a:prstGeom>
        </p:spPr>
      </p:pic>
      <p:pic>
        <p:nvPicPr>
          <p:cNvPr id="6" name="Imagem 5" descr="Uma imagem contendo Ícone&#10;&#10;Descrição gerada automaticamente">
            <a:extLst>
              <a:ext uri="{FF2B5EF4-FFF2-40B4-BE49-F238E27FC236}">
                <a16:creationId xmlns:a16="http://schemas.microsoft.com/office/drawing/2014/main" id="{4F68186A-0510-B464-8570-C20B7DF45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02" y="2987484"/>
            <a:ext cx="1862958" cy="1859312"/>
          </a:xfrm>
          <a:prstGeom prst="rect">
            <a:avLst/>
          </a:prstGeom>
        </p:spPr>
      </p:pic>
      <p:pic>
        <p:nvPicPr>
          <p:cNvPr id="8" name="Imagem 6">
            <a:extLst>
              <a:ext uri="{FF2B5EF4-FFF2-40B4-BE49-F238E27FC236}">
                <a16:creationId xmlns:a16="http://schemas.microsoft.com/office/drawing/2014/main" id="{A48578F5-8A54-0692-5364-D846E685CA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93" y="4940614"/>
            <a:ext cx="1765412" cy="1880368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5332F70C-627C-8D07-9F2C-FD430CA0814C}"/>
              </a:ext>
            </a:extLst>
          </p:cNvPr>
          <p:cNvSpPr txBox="1"/>
          <p:nvPr/>
        </p:nvSpPr>
        <p:spPr>
          <a:xfrm>
            <a:off x="2193509" y="4952657"/>
            <a:ext cx="2913845" cy="1200329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dirty="0">
                <a:cs typeface="Calibri"/>
              </a:rPr>
              <a:t>Usando Python e suas funcionalidades: </a:t>
            </a:r>
            <a:r>
              <a:rPr lang="pt-BR" b="1" dirty="0" err="1">
                <a:cs typeface="Calibri"/>
              </a:rPr>
              <a:t>Bibilhoteca</a:t>
            </a:r>
            <a:r>
              <a:rPr lang="pt-BR" b="1" dirty="0">
                <a:cs typeface="Calibri"/>
              </a:rPr>
              <a:t> Random, Arcade &amp; </a:t>
            </a:r>
            <a:r>
              <a:rPr lang="pt-BR" b="1" dirty="0" err="1">
                <a:cs typeface="Calibri"/>
              </a:rPr>
              <a:t>Pygame</a:t>
            </a:r>
            <a:endParaRPr lang="pt-BR" b="1" dirty="0">
              <a:cs typeface="Calibri"/>
            </a:endParaRPr>
          </a:p>
          <a:p>
            <a:r>
              <a:rPr lang="pt-BR" b="1" dirty="0">
                <a:cs typeface="Calibri"/>
              </a:rPr>
              <a:t>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E86E7E9-1A4C-EB95-4213-2BA79638B4A9}"/>
              </a:ext>
            </a:extLst>
          </p:cNvPr>
          <p:cNvSpPr txBox="1"/>
          <p:nvPr/>
        </p:nvSpPr>
        <p:spPr>
          <a:xfrm>
            <a:off x="5462169" y="4965671"/>
            <a:ext cx="2913845" cy="1200329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cs typeface="Calibri" panose="020F0502020204030204"/>
              </a:rPr>
              <a:t>Desenvolvimento do cenário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cs typeface="Calibri" panose="020F0502020204030204"/>
              </a:rPr>
              <a:t>Criação da interface gráfica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7813BB1-DAE9-ED18-937A-11C11F5C682B}"/>
              </a:ext>
            </a:extLst>
          </p:cNvPr>
          <p:cNvSpPr txBox="1"/>
          <p:nvPr/>
        </p:nvSpPr>
        <p:spPr>
          <a:xfrm>
            <a:off x="8733008" y="4952657"/>
            <a:ext cx="2899734" cy="1200329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cs typeface="Calibri" panose="020F0502020204030204"/>
              </a:rPr>
              <a:t>Projeção de janelas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b="1" dirty="0">
              <a:cs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b="1" dirty="0">
              <a:cs typeface="Calibri" panose="020F0502020204030204"/>
            </a:endParaRPr>
          </a:p>
          <a:p>
            <a:endParaRPr lang="pt-BR" b="1" dirty="0">
              <a:cs typeface="Calibri" panose="020F0502020204030204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B138936-B0E1-D3E7-D0D2-67CB85196982}"/>
              </a:ext>
            </a:extLst>
          </p:cNvPr>
          <p:cNvSpPr txBox="1"/>
          <p:nvPr/>
        </p:nvSpPr>
        <p:spPr>
          <a:xfrm>
            <a:off x="2217475" y="1068325"/>
            <a:ext cx="330902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dirty="0">
                <a:solidFill>
                  <a:schemeClr val="bg1"/>
                </a:solidFill>
                <a:cs typeface="Calibri"/>
              </a:rPr>
              <a:t>Ajudar no desenvolvimento básico </a:t>
            </a:r>
            <a:endParaRPr lang="pt-BR" sz="16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pt-BR" sz="1600" dirty="0">
                <a:solidFill>
                  <a:schemeClr val="bg1"/>
                </a:solidFill>
                <a:cs typeface="Calibri"/>
              </a:rPr>
              <a:t>Matemático.</a:t>
            </a:r>
            <a:endParaRPr lang="en-US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0861D6F-9C18-AC8C-38D0-115182EBC3AD}"/>
              </a:ext>
            </a:extLst>
          </p:cNvPr>
          <p:cNvSpPr txBox="1"/>
          <p:nvPr/>
        </p:nvSpPr>
        <p:spPr>
          <a:xfrm>
            <a:off x="5946321" y="1088571"/>
            <a:ext cx="2911928" cy="2721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75F8BE1D-BDDD-A4CB-1EB2-3184BED0EA1D}"/>
              </a:ext>
            </a:extLst>
          </p:cNvPr>
          <p:cNvSpPr txBox="1"/>
          <p:nvPr/>
        </p:nvSpPr>
        <p:spPr>
          <a:xfrm>
            <a:off x="5526500" y="1088571"/>
            <a:ext cx="291192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dirty="0">
                <a:solidFill>
                  <a:schemeClr val="bg1"/>
                </a:solidFill>
                <a:cs typeface="Calibri"/>
              </a:rPr>
              <a:t>Tornar mais prático e divertido o ensino.</a:t>
            </a:r>
            <a:r>
              <a:rPr lang="pt-BR" sz="1600" b="1" dirty="0">
                <a:solidFill>
                  <a:srgbClr val="DB0853"/>
                </a:solidFill>
                <a:cs typeface="Calibri"/>
              </a:rPr>
              <a:t>  </a:t>
            </a:r>
            <a:endParaRPr lang="en-US" sz="1600" b="1" dirty="0">
              <a:solidFill>
                <a:srgbClr val="DB0853"/>
              </a:solidFill>
              <a:cs typeface="Calibri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B008569-56BC-6901-81BA-B97902A5F456}"/>
              </a:ext>
            </a:extLst>
          </p:cNvPr>
          <p:cNvSpPr txBox="1"/>
          <p:nvPr/>
        </p:nvSpPr>
        <p:spPr>
          <a:xfrm>
            <a:off x="8703928" y="1053416"/>
            <a:ext cx="3287561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dirty="0">
                <a:solidFill>
                  <a:schemeClr val="bg1"/>
                </a:solidFill>
                <a:cs typeface="Calibri"/>
              </a:rPr>
              <a:t>Transformar o ambiente de estudo, tornando mais didático usando à tecnologia.</a:t>
            </a:r>
            <a:endParaRPr lang="pt-BR" sz="1600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BF738B26-5D47-E004-1023-0F8770FF5779}"/>
              </a:ext>
            </a:extLst>
          </p:cNvPr>
          <p:cNvSpPr txBox="1"/>
          <p:nvPr/>
        </p:nvSpPr>
        <p:spPr>
          <a:xfrm>
            <a:off x="8718896" y="3491491"/>
            <a:ext cx="2913845" cy="1200329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cs typeface="Calibri"/>
              </a:rPr>
              <a:t>Desenvolvimento </a:t>
            </a:r>
            <a:r>
              <a:rPr lang="pt-BR" b="1" dirty="0" err="1">
                <a:cs typeface="Calibri"/>
              </a:rPr>
              <a:t>algorítimos</a:t>
            </a:r>
            <a:r>
              <a:rPr lang="pt-BR" b="1" dirty="0">
                <a:cs typeface="Calibri"/>
              </a:rPr>
              <a:t> com lógica de programação</a:t>
            </a:r>
          </a:p>
          <a:p>
            <a:endParaRPr lang="pt-BR" b="1" dirty="0">
              <a:cs typeface="Calibri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4A84A57-1A66-B768-8325-A978AE0E7C02}"/>
              </a:ext>
            </a:extLst>
          </p:cNvPr>
          <p:cNvSpPr txBox="1"/>
          <p:nvPr/>
        </p:nvSpPr>
        <p:spPr>
          <a:xfrm>
            <a:off x="2221965" y="2144769"/>
            <a:ext cx="2913845" cy="1200329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cs typeface="Calibri"/>
              </a:rPr>
              <a:t>Desenvolvimento de fases e desafios matemáticos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b="1" dirty="0">
              <a:cs typeface="Calibri"/>
            </a:endParaRP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655A86FB-2262-4726-DEFB-A062A716B0CB}"/>
              </a:ext>
            </a:extLst>
          </p:cNvPr>
          <p:cNvSpPr txBox="1"/>
          <p:nvPr/>
        </p:nvSpPr>
        <p:spPr>
          <a:xfrm>
            <a:off x="5470431" y="2127389"/>
            <a:ext cx="2913845" cy="1200329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cs typeface="Calibri"/>
              </a:rPr>
              <a:t>Criação do enredo e história</a:t>
            </a:r>
          </a:p>
          <a:p>
            <a:pPr algn="l"/>
            <a:endParaRPr lang="pt-BR" b="1" dirty="0">
              <a:cs typeface="Calibri"/>
            </a:endParaRPr>
          </a:p>
          <a:p>
            <a:pPr algn="l"/>
            <a:endParaRPr lang="pt-BR" b="1" dirty="0">
              <a:cs typeface="Calibri"/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90198FFF-1300-EBF9-14E7-4F83E5903BDE}"/>
              </a:ext>
            </a:extLst>
          </p:cNvPr>
          <p:cNvSpPr txBox="1"/>
          <p:nvPr/>
        </p:nvSpPr>
        <p:spPr>
          <a:xfrm>
            <a:off x="8718896" y="2144769"/>
            <a:ext cx="2913845" cy="1200329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cs typeface="Calibri"/>
              </a:rPr>
              <a:t>Elaboração do jogo 2D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b="1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b="1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b="1" dirty="0">
              <a:cs typeface="Calibri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9D50BA81-9393-8266-9AD1-5AB4FD30D1EB}"/>
              </a:ext>
            </a:extLst>
          </p:cNvPr>
          <p:cNvSpPr txBox="1"/>
          <p:nvPr/>
        </p:nvSpPr>
        <p:spPr>
          <a:xfrm>
            <a:off x="2221965" y="3491491"/>
            <a:ext cx="2913845" cy="1200329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BR" b="1" dirty="0">
              <a:cs typeface="Calibri"/>
            </a:endParaRPr>
          </a:p>
          <a:p>
            <a:endParaRPr lang="pt-BR" b="1" dirty="0">
              <a:cs typeface="Calibri"/>
            </a:endParaRPr>
          </a:p>
          <a:p>
            <a:endParaRPr lang="pt-BR" b="1" dirty="0">
              <a:cs typeface="Calibri"/>
            </a:endParaRPr>
          </a:p>
          <a:p>
            <a:endParaRPr lang="pt-BR" b="1" dirty="0">
              <a:cs typeface="Calibri"/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15F077C7-ED4E-09F7-6749-69208AC8EBBE}"/>
              </a:ext>
            </a:extLst>
          </p:cNvPr>
          <p:cNvSpPr txBox="1"/>
          <p:nvPr/>
        </p:nvSpPr>
        <p:spPr>
          <a:xfrm>
            <a:off x="5470431" y="3491491"/>
            <a:ext cx="2913845" cy="1200329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cs typeface="Calibri"/>
              </a:rPr>
              <a:t>Criação dos personagens e pixel</a:t>
            </a:r>
          </a:p>
          <a:p>
            <a:endParaRPr lang="pt-BR" b="1" dirty="0">
              <a:cs typeface="Calibri"/>
            </a:endParaRPr>
          </a:p>
          <a:p>
            <a:endParaRPr lang="pt-BR" b="1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285302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 rot="-10800000" flipV="1">
            <a:off x="1364502" y="849784"/>
            <a:ext cx="11106071" cy="8233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de-DE" sz="3200">
                <a:solidFill>
                  <a:srgbClr val="4475F4"/>
                </a:solidFill>
                <a:latin typeface="Mangal"/>
                <a:cs typeface="Calibri Light"/>
              </a:rPr>
              <a:t>ENTENDIMENTO DE NEGÓCIO </a:t>
            </a:r>
            <a:r>
              <a:rPr lang="de-DE" sz="3200">
                <a:solidFill>
                  <a:srgbClr val="DB0853"/>
                </a:solidFill>
                <a:latin typeface="Mangal"/>
                <a:cs typeface="Calibri Light"/>
              </a:rPr>
              <a:t>X </a:t>
            </a:r>
            <a:r>
              <a:rPr lang="de-DE" sz="3200">
                <a:solidFill>
                  <a:srgbClr val="4475F4"/>
                </a:solidFill>
                <a:latin typeface="Mangal"/>
                <a:cs typeface="Calibri Light"/>
              </a:rPr>
              <a:t>CERTEZA TÉCNICA</a:t>
            </a:r>
            <a:endParaRPr lang="pt-BR" sz="3200">
              <a:latin typeface="Mangal"/>
              <a:cs typeface="Calibri Light"/>
            </a:endParaRPr>
          </a:p>
          <a:p>
            <a:endParaRPr lang="de-DE" sz="4800" b="1">
              <a:solidFill>
                <a:schemeClr val="bg1"/>
              </a:solidFill>
              <a:ea typeface="Calibri Light"/>
              <a:cs typeface="Calibri Ligh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1CC33D5-68F0-4263-858D-0DA63BF13E7D}"/>
              </a:ext>
            </a:extLst>
          </p:cNvPr>
          <p:cNvSpPr txBox="1"/>
          <p:nvPr/>
        </p:nvSpPr>
        <p:spPr>
          <a:xfrm>
            <a:off x="360109" y="932185"/>
            <a:ext cx="233870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400" b="1">
                <a:solidFill>
                  <a:srgbClr val="DB0853"/>
                </a:solidFill>
                <a:latin typeface="Mangal"/>
                <a:cs typeface="Calibri"/>
              </a:rPr>
              <a:t>NEGÓCIO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8714EE6-4720-4353-CCC1-14E993146D64}"/>
              </a:ext>
            </a:extLst>
          </p:cNvPr>
          <p:cNvSpPr txBox="1"/>
          <p:nvPr/>
        </p:nvSpPr>
        <p:spPr>
          <a:xfrm>
            <a:off x="110581" y="2209340"/>
            <a:ext cx="239677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chemeClr val="bg1"/>
                </a:solidFill>
                <a:latin typeface="Mangal"/>
                <a:cs typeface="Calibri"/>
              </a:rPr>
              <a:t>ENTENDO MUITO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ED24F44-6A3F-C4BF-F830-E69C7D1F2D9F}"/>
              </a:ext>
            </a:extLst>
          </p:cNvPr>
          <p:cNvSpPr txBox="1"/>
          <p:nvPr/>
        </p:nvSpPr>
        <p:spPr>
          <a:xfrm>
            <a:off x="67076" y="3671820"/>
            <a:ext cx="29138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chemeClr val="bg1"/>
                </a:solidFill>
                <a:latin typeface="Mangal"/>
                <a:cs typeface="Calibri"/>
              </a:rPr>
              <a:t>ENTENDO</a:t>
            </a:r>
            <a:endParaRPr lang="pt-BR">
              <a:cs typeface="Calibri" panose="020F0502020204030204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CEC6310-C9F0-87E6-730D-4C7D11718327}"/>
              </a:ext>
            </a:extLst>
          </p:cNvPr>
          <p:cNvSpPr txBox="1"/>
          <p:nvPr/>
        </p:nvSpPr>
        <p:spPr>
          <a:xfrm>
            <a:off x="69758" y="5121268"/>
            <a:ext cx="29138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Mangal"/>
                <a:cs typeface="Calibri"/>
              </a:rPr>
              <a:t>ENTENDO POUCO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29D9541-4060-C551-35A2-3C736D9E86B4}"/>
              </a:ext>
            </a:extLst>
          </p:cNvPr>
          <p:cNvSpPr txBox="1"/>
          <p:nvPr/>
        </p:nvSpPr>
        <p:spPr>
          <a:xfrm>
            <a:off x="5804117" y="2211257"/>
            <a:ext cx="2675432" cy="923330"/>
          </a:xfrm>
          <a:prstGeom prst="rect">
            <a:avLst/>
          </a:prstGeom>
          <a:solidFill>
            <a:schemeClr val="accent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BR" b="1">
                <a:solidFill>
                  <a:srgbClr val="000000"/>
                </a:solidFill>
                <a:cs typeface="Calibri"/>
              </a:rPr>
              <a:t>História </a:t>
            </a:r>
            <a:endParaRPr lang="pt-BR" b="1">
              <a:solidFill>
                <a:srgbClr val="000000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pt-BR" b="1">
                <a:solidFill>
                  <a:srgbClr val="000000"/>
                </a:solidFill>
                <a:cs typeface="Calibri"/>
              </a:rPr>
              <a:t>Enredo</a:t>
            </a:r>
          </a:p>
          <a:p>
            <a:pPr marL="285750" indent="-285750">
              <a:buFont typeface="Arial"/>
              <a:buChar char="•"/>
            </a:pPr>
            <a:endParaRPr lang="pt-BR" b="1">
              <a:solidFill>
                <a:srgbClr val="000000"/>
              </a:solidFill>
              <a:cs typeface="Calibri"/>
            </a:endParaRPr>
          </a:p>
        </p:txBody>
      </p:sp>
      <p:sp>
        <p:nvSpPr>
          <p:cNvPr id="12" name="CaixaDeTexto 1">
            <a:extLst>
              <a:ext uri="{FF2B5EF4-FFF2-40B4-BE49-F238E27FC236}">
                <a16:creationId xmlns:a16="http://schemas.microsoft.com/office/drawing/2014/main" id="{6F4D9E67-5583-FCA7-CFCA-BC1BC4746274}"/>
              </a:ext>
            </a:extLst>
          </p:cNvPr>
          <p:cNvSpPr txBox="1"/>
          <p:nvPr/>
        </p:nvSpPr>
        <p:spPr>
          <a:xfrm>
            <a:off x="2698813" y="2208190"/>
            <a:ext cx="2669875" cy="923330"/>
          </a:xfrm>
          <a:prstGeom prst="rect">
            <a:avLst/>
          </a:prstGeom>
          <a:solidFill>
            <a:srgbClr val="FFFF00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pt-BR" b="1" dirty="0">
                <a:solidFill>
                  <a:srgbClr val="000000"/>
                </a:solidFill>
                <a:cs typeface="Calibri"/>
              </a:rPr>
              <a:t>Personagens </a:t>
            </a:r>
          </a:p>
          <a:p>
            <a:pPr marL="285750" indent="-285750">
              <a:buFont typeface="Arial"/>
              <a:buChar char="•"/>
            </a:pPr>
            <a:r>
              <a:rPr lang="pt-BR" b="1" dirty="0">
                <a:solidFill>
                  <a:srgbClr val="000000"/>
                </a:solidFill>
                <a:cs typeface="Calibri"/>
              </a:rPr>
              <a:t>Pixel</a:t>
            </a:r>
          </a:p>
          <a:p>
            <a:pPr marL="285750" indent="-285750">
              <a:buFont typeface="Arial"/>
              <a:buChar char="•"/>
            </a:pPr>
            <a:endParaRPr lang="pt-BR" b="1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13" name="CaixaDeTexto 1">
            <a:extLst>
              <a:ext uri="{FF2B5EF4-FFF2-40B4-BE49-F238E27FC236}">
                <a16:creationId xmlns:a16="http://schemas.microsoft.com/office/drawing/2014/main" id="{88F279F3-1117-73D1-882B-54AF7F2042BF}"/>
              </a:ext>
            </a:extLst>
          </p:cNvPr>
          <p:cNvSpPr txBox="1"/>
          <p:nvPr/>
        </p:nvSpPr>
        <p:spPr>
          <a:xfrm>
            <a:off x="8939509" y="2208190"/>
            <a:ext cx="2669108" cy="923330"/>
          </a:xfrm>
          <a:prstGeom prst="rect">
            <a:avLst/>
          </a:prstGeom>
          <a:solidFill>
            <a:schemeClr val="accent6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/>
              <a:buChar char="•"/>
            </a:pPr>
            <a:r>
              <a:rPr lang="pt-BR" b="1" dirty="0">
                <a:solidFill>
                  <a:srgbClr val="000000"/>
                </a:solidFill>
                <a:cs typeface="Calibri"/>
              </a:rPr>
              <a:t>Matemática</a:t>
            </a:r>
          </a:p>
          <a:p>
            <a:endParaRPr lang="pt-BR" b="1" dirty="0">
              <a:solidFill>
                <a:srgbClr val="000000"/>
              </a:solidFill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pt-BR" b="1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E767226-79C7-EE27-84B2-0AA827CCF79D}"/>
              </a:ext>
            </a:extLst>
          </p:cNvPr>
          <p:cNvSpPr txBox="1"/>
          <p:nvPr/>
        </p:nvSpPr>
        <p:spPr>
          <a:xfrm>
            <a:off x="5809099" y="3488412"/>
            <a:ext cx="2669108" cy="1200329"/>
          </a:xfrm>
          <a:prstGeom prst="rect">
            <a:avLst/>
          </a:prstGeom>
          <a:solidFill>
            <a:srgbClr val="FFFF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buFont typeface="Arial"/>
              <a:buChar char="•"/>
            </a:pPr>
            <a:r>
              <a:rPr lang="pt-BR" b="1" dirty="0">
                <a:solidFill>
                  <a:srgbClr val="000000"/>
                </a:solidFill>
                <a:cs typeface="Calibri"/>
              </a:rPr>
              <a:t>Python</a:t>
            </a:r>
          </a:p>
          <a:p>
            <a:pPr marL="285750" indent="-285750">
              <a:buFont typeface="Arial"/>
              <a:buChar char="•"/>
            </a:pPr>
            <a:r>
              <a:rPr lang="pt-BR" b="1" dirty="0">
                <a:solidFill>
                  <a:srgbClr val="000000"/>
                </a:solidFill>
                <a:cs typeface="Calibri"/>
              </a:rPr>
              <a:t>Criação de fases</a:t>
            </a:r>
          </a:p>
          <a:p>
            <a:pPr marL="285750" indent="-285750">
              <a:buFont typeface="Arial"/>
              <a:buChar char="•"/>
            </a:pPr>
            <a:endParaRPr lang="pt-BR" b="1" dirty="0">
              <a:solidFill>
                <a:srgbClr val="000000"/>
              </a:solidFill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pt-BR" b="1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15" name="CaixaDeTexto 1">
            <a:extLst>
              <a:ext uri="{FF2B5EF4-FFF2-40B4-BE49-F238E27FC236}">
                <a16:creationId xmlns:a16="http://schemas.microsoft.com/office/drawing/2014/main" id="{62CEABA0-19C3-AFCB-0A65-D434F4947648}"/>
              </a:ext>
            </a:extLst>
          </p:cNvPr>
          <p:cNvSpPr txBox="1"/>
          <p:nvPr/>
        </p:nvSpPr>
        <p:spPr>
          <a:xfrm>
            <a:off x="2705521" y="3485345"/>
            <a:ext cx="2666999" cy="1200329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pt-BR" b="1">
                <a:solidFill>
                  <a:srgbClr val="000000"/>
                </a:solidFill>
                <a:cs typeface="Calibri"/>
              </a:rPr>
              <a:t>Jogo 2D</a:t>
            </a:r>
          </a:p>
          <a:p>
            <a:pPr marL="285750" indent="-285750">
              <a:buFont typeface="Arial"/>
              <a:buChar char="•"/>
            </a:pPr>
            <a:r>
              <a:rPr lang="pt-BR" b="1">
                <a:solidFill>
                  <a:srgbClr val="000000"/>
                </a:solidFill>
                <a:cs typeface="Calibri"/>
              </a:rPr>
              <a:t>Lógica de programação</a:t>
            </a:r>
          </a:p>
          <a:p>
            <a:pPr marL="285750" indent="-285750">
              <a:buFont typeface="Arial"/>
              <a:buChar char="•"/>
            </a:pPr>
            <a:endParaRPr lang="pt-BR" b="1">
              <a:solidFill>
                <a:srgbClr val="000000"/>
              </a:solidFill>
              <a:cs typeface="Calibri"/>
            </a:endParaRPr>
          </a:p>
          <a:p>
            <a:endParaRPr lang="pt-BR" b="1">
              <a:solidFill>
                <a:srgbClr val="000000"/>
              </a:solidFill>
              <a:cs typeface="Calibri"/>
            </a:endParaRPr>
          </a:p>
        </p:txBody>
      </p:sp>
      <p:sp>
        <p:nvSpPr>
          <p:cNvPr id="16" name="CaixaDeTexto 1">
            <a:extLst>
              <a:ext uri="{FF2B5EF4-FFF2-40B4-BE49-F238E27FC236}">
                <a16:creationId xmlns:a16="http://schemas.microsoft.com/office/drawing/2014/main" id="{8152CC7E-ED59-DF10-9121-417B4E4C585B}"/>
              </a:ext>
            </a:extLst>
          </p:cNvPr>
          <p:cNvSpPr txBox="1"/>
          <p:nvPr/>
        </p:nvSpPr>
        <p:spPr>
          <a:xfrm>
            <a:off x="8955031" y="3485345"/>
            <a:ext cx="2669108" cy="1200329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pt-BR" b="1" dirty="0">
                <a:solidFill>
                  <a:srgbClr val="000000"/>
                </a:solidFill>
                <a:cs typeface="Calibri"/>
              </a:rPr>
              <a:t>Interface gráfica</a:t>
            </a:r>
          </a:p>
          <a:p>
            <a:pPr marL="285750" indent="-285750" algn="l">
              <a:buFont typeface="Arial"/>
              <a:buChar char="•"/>
            </a:pPr>
            <a:endParaRPr lang="pt-BR" b="1" dirty="0">
              <a:solidFill>
                <a:srgbClr val="000000"/>
              </a:solidFill>
              <a:cs typeface="Calibri"/>
            </a:endParaRPr>
          </a:p>
          <a:p>
            <a:endParaRPr lang="pt-BR" b="1" dirty="0">
              <a:solidFill>
                <a:srgbClr val="000000"/>
              </a:solidFill>
              <a:cs typeface="Calibri"/>
            </a:endParaRPr>
          </a:p>
          <a:p>
            <a:endParaRPr lang="pt-BR" b="1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52BF02D-C793-07A6-3352-0FBC8E445014}"/>
              </a:ext>
            </a:extLst>
          </p:cNvPr>
          <p:cNvSpPr txBox="1"/>
          <p:nvPr/>
        </p:nvSpPr>
        <p:spPr>
          <a:xfrm>
            <a:off x="5799707" y="4934411"/>
            <a:ext cx="2659144" cy="923330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BR" b="1">
                <a:solidFill>
                  <a:srgbClr val="000000"/>
                </a:solidFill>
                <a:cs typeface="Calibri"/>
              </a:rPr>
              <a:t>Projeção de janelas</a:t>
            </a:r>
          </a:p>
          <a:p>
            <a:pPr algn="l"/>
            <a:endParaRPr lang="pt-BR" b="1">
              <a:solidFill>
                <a:srgbClr val="000000"/>
              </a:solidFill>
              <a:cs typeface="Calibri"/>
            </a:endParaRPr>
          </a:p>
          <a:p>
            <a:endParaRPr lang="pt-BR" b="1">
              <a:solidFill>
                <a:srgbClr val="000000"/>
              </a:solidFill>
              <a:cs typeface="Calibri"/>
            </a:endParaRPr>
          </a:p>
        </p:txBody>
      </p:sp>
      <p:sp>
        <p:nvSpPr>
          <p:cNvPr id="18" name="CaixaDeTexto 1">
            <a:extLst>
              <a:ext uri="{FF2B5EF4-FFF2-40B4-BE49-F238E27FC236}">
                <a16:creationId xmlns:a16="http://schemas.microsoft.com/office/drawing/2014/main" id="{7162EDCA-7148-7F36-9EE4-8EE925EE43A4}"/>
              </a:ext>
            </a:extLst>
          </p:cNvPr>
          <p:cNvSpPr txBox="1"/>
          <p:nvPr/>
        </p:nvSpPr>
        <p:spPr>
          <a:xfrm>
            <a:off x="2705520" y="4987880"/>
            <a:ext cx="2669108" cy="923330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pt-BR" b="1" dirty="0">
                <a:solidFill>
                  <a:srgbClr val="000000"/>
                </a:solidFill>
                <a:cs typeface="Calibri"/>
              </a:rPr>
              <a:t>Biblioteca </a:t>
            </a:r>
            <a:r>
              <a:rPr lang="pt-BR" b="1" dirty="0" err="1">
                <a:solidFill>
                  <a:srgbClr val="000000"/>
                </a:solidFill>
                <a:cs typeface="Calibri"/>
              </a:rPr>
              <a:t>Pygame</a:t>
            </a:r>
          </a:p>
          <a:p>
            <a:pPr marL="285750" indent="-285750">
              <a:buFont typeface="Arial"/>
              <a:buChar char="•"/>
            </a:pPr>
            <a:r>
              <a:rPr lang="pt-BR" b="1" dirty="0">
                <a:solidFill>
                  <a:srgbClr val="000000"/>
                </a:solidFill>
                <a:cs typeface="Calibri"/>
              </a:rPr>
              <a:t>Biblioteca Random</a:t>
            </a:r>
            <a:endParaRPr lang="pt-BR" b="1" dirty="0" err="1">
              <a:solidFill>
                <a:srgbClr val="000000"/>
              </a:solidFill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pt-BR" b="1" dirty="0">
                <a:solidFill>
                  <a:srgbClr val="000000"/>
                </a:solidFill>
                <a:cs typeface="Calibri"/>
              </a:rPr>
              <a:t>Biblioteca Arcade</a:t>
            </a:r>
          </a:p>
        </p:txBody>
      </p:sp>
      <p:sp>
        <p:nvSpPr>
          <p:cNvPr id="19" name="CaixaDeTexto 1">
            <a:extLst>
              <a:ext uri="{FF2B5EF4-FFF2-40B4-BE49-F238E27FC236}">
                <a16:creationId xmlns:a16="http://schemas.microsoft.com/office/drawing/2014/main" id="{D61D529D-B18A-F240-1F98-B8C94294EDD6}"/>
              </a:ext>
            </a:extLst>
          </p:cNvPr>
          <p:cNvSpPr txBox="1"/>
          <p:nvPr/>
        </p:nvSpPr>
        <p:spPr>
          <a:xfrm>
            <a:off x="8896961" y="4920612"/>
            <a:ext cx="2791572" cy="923330"/>
          </a:xfrm>
          <a:prstGeom prst="rect">
            <a:avLst/>
          </a:prstGeom>
          <a:solidFill>
            <a:srgbClr val="FFFF00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pt-BR" b="1">
                <a:solidFill>
                  <a:srgbClr val="000000"/>
                </a:solidFill>
                <a:cs typeface="Calibri"/>
              </a:rPr>
              <a:t>Cenário</a:t>
            </a:r>
          </a:p>
          <a:p>
            <a:pPr marL="285750" indent="-285750" algn="l">
              <a:buFont typeface="Arial"/>
              <a:buChar char="•"/>
            </a:pPr>
            <a:endParaRPr lang="pt-BR" b="1">
              <a:solidFill>
                <a:srgbClr val="000000"/>
              </a:solidFill>
              <a:cs typeface="Calibri"/>
            </a:endParaRPr>
          </a:p>
          <a:p>
            <a:endParaRPr lang="pt-BR" b="1">
              <a:solidFill>
                <a:srgbClr val="000000"/>
              </a:solidFill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F8613F-7DD6-9A52-A996-D60DAB20B7EA}"/>
              </a:ext>
            </a:extLst>
          </p:cNvPr>
          <p:cNvSpPr txBox="1"/>
          <p:nvPr/>
        </p:nvSpPr>
        <p:spPr>
          <a:xfrm>
            <a:off x="5686250" y="6068210"/>
            <a:ext cx="29138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b="1">
                <a:solidFill>
                  <a:schemeClr val="bg1"/>
                </a:solidFill>
                <a:latin typeface="Mangal"/>
                <a:cs typeface="Calibri"/>
              </a:rPr>
              <a:t>Médio</a:t>
            </a:r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B39D541-89C2-6234-621A-B34D2733D5EB}"/>
              </a:ext>
            </a:extLst>
          </p:cNvPr>
          <p:cNvSpPr txBox="1"/>
          <p:nvPr/>
        </p:nvSpPr>
        <p:spPr>
          <a:xfrm>
            <a:off x="2543000" y="6068210"/>
            <a:ext cx="29138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b="1">
                <a:solidFill>
                  <a:schemeClr val="bg1"/>
                </a:solidFill>
                <a:latin typeface="Mangal"/>
                <a:cs typeface="Calibri"/>
              </a:rPr>
              <a:t>Baixo</a:t>
            </a:r>
            <a:endParaRPr lang="pt-BR">
              <a:solidFill>
                <a:schemeClr val="bg1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A5DAA03-DEAA-1E68-AB88-300D9C53FDCC}"/>
              </a:ext>
            </a:extLst>
          </p:cNvPr>
          <p:cNvSpPr txBox="1"/>
          <p:nvPr/>
        </p:nvSpPr>
        <p:spPr>
          <a:xfrm>
            <a:off x="8944298" y="6068210"/>
            <a:ext cx="29138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b="1">
                <a:solidFill>
                  <a:schemeClr val="bg1"/>
                </a:solidFill>
                <a:latin typeface="Mangal"/>
                <a:cs typeface="Calibri"/>
              </a:rPr>
              <a:t>Alto</a:t>
            </a:r>
            <a:endParaRPr lang="pt-BR">
              <a:solidFill>
                <a:schemeClr val="bg1"/>
              </a:solidFill>
            </a:endParaRP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1AF639C7-9C65-A34A-459A-282ED4F267DD}"/>
              </a:ext>
            </a:extLst>
          </p:cNvPr>
          <p:cNvSpPr/>
          <p:nvPr/>
        </p:nvSpPr>
        <p:spPr>
          <a:xfrm>
            <a:off x="0" y="1486437"/>
            <a:ext cx="12202732" cy="118056"/>
          </a:xfrm>
          <a:prstGeom prst="rect">
            <a:avLst/>
          </a:prstGeom>
          <a:solidFill>
            <a:srgbClr val="4475F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F05A2138-D5C8-0079-4243-2D3AA8A4718D}"/>
              </a:ext>
            </a:extLst>
          </p:cNvPr>
          <p:cNvSpPr/>
          <p:nvPr/>
        </p:nvSpPr>
        <p:spPr>
          <a:xfrm>
            <a:off x="0" y="1618604"/>
            <a:ext cx="12202732" cy="118056"/>
          </a:xfrm>
          <a:prstGeom prst="rect">
            <a:avLst/>
          </a:prstGeom>
          <a:solidFill>
            <a:srgbClr val="DB085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77334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904530" y="-6091"/>
            <a:ext cx="10143422" cy="911461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br>
              <a:rPr lang="de-DE" sz="3600">
                <a:ea typeface="+mj-lt"/>
                <a:cs typeface="+mj-lt"/>
              </a:rPr>
            </a:br>
            <a:r>
              <a:rPr lang="de-DE" sz="3600">
                <a:solidFill>
                  <a:srgbClr val="4475F4"/>
                </a:solidFill>
                <a:latin typeface="Mangal"/>
                <a:cs typeface="Calibri Light" panose="020F0302020204030204"/>
              </a:rPr>
              <a:t>NIVEL DE ESFORÇO </a:t>
            </a:r>
            <a:r>
              <a:rPr lang="de-DE" sz="3600">
                <a:solidFill>
                  <a:srgbClr val="DB0853"/>
                </a:solidFill>
                <a:latin typeface="Mangal"/>
                <a:cs typeface="Calibri Light" panose="020F0302020204030204"/>
              </a:rPr>
              <a:t>X </a:t>
            </a:r>
            <a:r>
              <a:rPr lang="de-DE" sz="3600">
                <a:solidFill>
                  <a:srgbClr val="4475F4"/>
                </a:solidFill>
                <a:latin typeface="Mangal"/>
                <a:cs typeface="Calibri Light" panose="020F0302020204030204"/>
              </a:rPr>
              <a:t>VALOR DE NEGÓCIO</a:t>
            </a:r>
            <a:endParaRPr lang="pt-BR" sz="3600">
              <a:solidFill>
                <a:srgbClr val="4475F4"/>
              </a:solidFill>
              <a:latin typeface="Mangal"/>
              <a:cs typeface="Calibri Light" panose="020F0302020204030204"/>
            </a:endParaRPr>
          </a:p>
          <a:p>
            <a:endParaRPr lang="de-DE" sz="3600" b="1">
              <a:solidFill>
                <a:schemeClr val="bg1"/>
              </a:solidFill>
              <a:ea typeface="Calibri Light"/>
              <a:cs typeface="Calibri Light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4924F2F-B75D-E25B-4487-4A8777B08105}"/>
              </a:ext>
            </a:extLst>
          </p:cNvPr>
          <p:cNvSpPr txBox="1"/>
          <p:nvPr/>
        </p:nvSpPr>
        <p:spPr>
          <a:xfrm>
            <a:off x="880" y="910413"/>
            <a:ext cx="139164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400" b="1" dirty="0">
                <a:solidFill>
                  <a:srgbClr val="4475F4"/>
                </a:solidFill>
                <a:latin typeface="Mangal"/>
                <a:cs typeface="Calibri"/>
              </a:rPr>
              <a:t>Esforço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F37A64A-5014-05F3-11DC-CB50259C4BA4}"/>
              </a:ext>
            </a:extLst>
          </p:cNvPr>
          <p:cNvSpPr txBox="1"/>
          <p:nvPr/>
        </p:nvSpPr>
        <p:spPr>
          <a:xfrm>
            <a:off x="9195016" y="6300529"/>
            <a:ext cx="29933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 dirty="0">
                <a:solidFill>
                  <a:srgbClr val="4475F4"/>
                </a:solidFill>
                <a:latin typeface="Mangal"/>
                <a:cs typeface="Calibri"/>
              </a:rPr>
              <a:t>Valor de Negócio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E24D0AD-BA84-4631-C797-1EB9F53D95CD}"/>
              </a:ext>
            </a:extLst>
          </p:cNvPr>
          <p:cNvSpPr txBox="1"/>
          <p:nvPr/>
        </p:nvSpPr>
        <p:spPr>
          <a:xfrm>
            <a:off x="-1803" y="1597134"/>
            <a:ext cx="10122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chemeClr val="bg1"/>
                </a:solidFill>
                <a:latin typeface="Mangal"/>
                <a:cs typeface="Calibri"/>
              </a:rPr>
              <a:t>EEE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B9E895E-831D-FC6A-C6FD-884F300D710F}"/>
              </a:ext>
            </a:extLst>
          </p:cNvPr>
          <p:cNvSpPr txBox="1"/>
          <p:nvPr/>
        </p:nvSpPr>
        <p:spPr>
          <a:xfrm>
            <a:off x="-1803" y="3453838"/>
            <a:ext cx="10122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chemeClr val="bg1"/>
                </a:solidFill>
                <a:latin typeface="Mangal"/>
                <a:cs typeface="Calibri"/>
              </a:rPr>
              <a:t>EE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9B8F260-DE74-3BC2-9116-5949471B0633}"/>
              </a:ext>
            </a:extLst>
          </p:cNvPr>
          <p:cNvSpPr txBox="1"/>
          <p:nvPr/>
        </p:nvSpPr>
        <p:spPr>
          <a:xfrm>
            <a:off x="-1803" y="5471528"/>
            <a:ext cx="10122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chemeClr val="bg1"/>
                </a:solidFill>
                <a:latin typeface="Mangal"/>
                <a:cs typeface="Calibri"/>
              </a:rPr>
              <a:t>E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F11FC09-C942-5C76-B3E1-19155470AE31}"/>
              </a:ext>
            </a:extLst>
          </p:cNvPr>
          <p:cNvSpPr txBox="1"/>
          <p:nvPr/>
        </p:nvSpPr>
        <p:spPr>
          <a:xfrm>
            <a:off x="2031679" y="6352044"/>
            <a:ext cx="10122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chemeClr val="bg1"/>
                </a:solidFill>
                <a:latin typeface="Mangal"/>
                <a:cs typeface="Calibri"/>
              </a:rPr>
              <a:t>$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4DF9330-962D-65BD-E9D6-BCA8BD9DC9A1}"/>
              </a:ext>
            </a:extLst>
          </p:cNvPr>
          <p:cNvSpPr txBox="1"/>
          <p:nvPr/>
        </p:nvSpPr>
        <p:spPr>
          <a:xfrm>
            <a:off x="4972355" y="6352044"/>
            <a:ext cx="10122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chemeClr val="bg1"/>
                </a:solidFill>
                <a:latin typeface="Mangal"/>
                <a:cs typeface="Calibri"/>
              </a:rPr>
              <a:t>$$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9EB49F7-D76F-5909-A47E-50CEBFDFC25F}"/>
              </a:ext>
            </a:extLst>
          </p:cNvPr>
          <p:cNvSpPr txBox="1"/>
          <p:nvPr/>
        </p:nvSpPr>
        <p:spPr>
          <a:xfrm>
            <a:off x="8179501" y="6297615"/>
            <a:ext cx="10122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chemeClr val="bg1"/>
                </a:solidFill>
                <a:latin typeface="Mangal"/>
                <a:cs typeface="Calibri"/>
              </a:rPr>
              <a:t>$$$</a:t>
            </a:r>
          </a:p>
        </p:txBody>
      </p:sp>
      <p:graphicFrame>
        <p:nvGraphicFramePr>
          <p:cNvPr id="3" name="Tabela 4">
            <a:extLst>
              <a:ext uri="{FF2B5EF4-FFF2-40B4-BE49-F238E27FC236}">
                <a16:creationId xmlns:a16="http://schemas.microsoft.com/office/drawing/2014/main" id="{7D53DBFD-9018-FFC1-F16E-942C32B0C1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4522540"/>
              </p:ext>
            </p:extLst>
          </p:nvPr>
        </p:nvGraphicFramePr>
        <p:xfrm>
          <a:off x="1289594" y="942912"/>
          <a:ext cx="9692694" cy="51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0898">
                  <a:extLst>
                    <a:ext uri="{9D8B030D-6E8A-4147-A177-3AD203B41FA5}">
                      <a16:colId xmlns:a16="http://schemas.microsoft.com/office/drawing/2014/main" val="1853948926"/>
                    </a:ext>
                  </a:extLst>
                </a:gridCol>
                <a:gridCol w="3230898">
                  <a:extLst>
                    <a:ext uri="{9D8B030D-6E8A-4147-A177-3AD203B41FA5}">
                      <a16:colId xmlns:a16="http://schemas.microsoft.com/office/drawing/2014/main" val="1545350725"/>
                    </a:ext>
                  </a:extLst>
                </a:gridCol>
                <a:gridCol w="3230898">
                  <a:extLst>
                    <a:ext uri="{9D8B030D-6E8A-4147-A177-3AD203B41FA5}">
                      <a16:colId xmlns:a16="http://schemas.microsoft.com/office/drawing/2014/main" val="212881816"/>
                    </a:ext>
                  </a:extLst>
                </a:gridCol>
              </a:tblGrid>
              <a:tr h="169854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None/>
                      </a:pPr>
                      <a:r>
                        <a:rPr lang="pt-BR" sz="1800" b="1" i="0" u="none" strike="noStrike" noProof="0">
                          <a:solidFill>
                            <a:srgbClr val="FF0000"/>
                          </a:solidFill>
                          <a:latin typeface="Calibri"/>
                        </a:rPr>
                        <a:t>Projeção de janelas</a:t>
                      </a:r>
                      <a:endParaRPr lang="en-US" sz="1800" b="0" i="0" u="none" strike="noStrike" noProof="0">
                        <a:solidFill>
                          <a:srgbClr val="FF0000"/>
                        </a:solidFill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800" b="1" i="0" u="none" strike="noStrike" noProof="0">
                        <a:solidFill>
                          <a:srgbClr val="FF0000"/>
                        </a:solidFill>
                        <a:latin typeface="Calibri"/>
                      </a:endParaRPr>
                    </a:p>
                    <a:p>
                      <a:pPr lvl="0" algn="l">
                        <a:buNone/>
                      </a:pPr>
                      <a:r>
                        <a:rPr lang="pt-BR" sz="1800" b="1" i="0" u="none" strike="noStrike" noProof="0">
                          <a:solidFill>
                            <a:srgbClr val="FFFF00"/>
                          </a:solidFill>
                          <a:latin typeface="Calibri"/>
                        </a:rPr>
                        <a:t>Personagens </a:t>
                      </a:r>
                      <a:endParaRPr lang="pt-BR"/>
                    </a:p>
                    <a:p>
                      <a:pPr lvl="0" algn="l">
                        <a:buNone/>
                      </a:pPr>
                      <a:endParaRPr lang="pt-BR" sz="1800" b="1" i="0" u="none" strike="noStrike" noProof="0">
                        <a:solidFill>
                          <a:srgbClr val="FFFF00"/>
                        </a:solidFill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None/>
                      </a:pPr>
                      <a:r>
                        <a:rPr lang="pt-BR" sz="1800" b="0" i="0" u="none" strike="noStrike" noProof="0">
                          <a:solidFill>
                            <a:srgbClr val="92D050"/>
                          </a:solidFill>
                        </a:rPr>
                        <a:t>Matemática</a:t>
                      </a:r>
                      <a:endParaRPr lang="en-US" sz="1800" b="0" i="0" u="none" strike="noStrike" noProof="0">
                        <a:solidFill>
                          <a:srgbClr val="92D050"/>
                        </a:solidFill>
                      </a:endParaRPr>
                    </a:p>
                    <a:p>
                      <a:pPr lvl="0" algn="l">
                        <a:buNone/>
                      </a:pPr>
                      <a:endParaRPr lang="pt-BR" sz="1800" b="1" i="0" u="none" strike="noStrike" noProof="0">
                        <a:solidFill>
                          <a:srgbClr val="FFFF00"/>
                        </a:solidFill>
                        <a:latin typeface="Calibri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None/>
                      </a:pPr>
                      <a:r>
                        <a:rPr lang="pt-BR" sz="1800" b="1" i="0" u="none" strike="noStrike" noProof="0" dirty="0">
                          <a:solidFill>
                            <a:srgbClr val="FF0000"/>
                          </a:solidFill>
                        </a:rPr>
                        <a:t>Jogo 2D</a:t>
                      </a:r>
                      <a:endParaRPr lang="en-US" sz="1800" b="0" i="0" u="none" strike="noStrike" noProof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pt-BR" sz="1800" b="1" i="0" u="none" strike="noStrike" noProof="0">
                          <a:solidFill>
                            <a:schemeClr val="accent6"/>
                          </a:solidFill>
                          <a:latin typeface="Calibri"/>
                        </a:rPr>
                        <a:t>Python</a:t>
                      </a:r>
                      <a:endParaRPr lang="pt-BR" sz="1800" b="0" i="0" u="none" strike="noStrike" noProof="0"/>
                    </a:p>
                    <a:p>
                      <a:pPr lvl="0" algn="l">
                        <a:buNone/>
                      </a:pPr>
                      <a:endParaRPr lang="pt-BR" sz="1800" b="1" i="0" u="none" strike="noStrike" noProof="0">
                        <a:solidFill>
                          <a:schemeClr val="accent6"/>
                        </a:solidFill>
                        <a:latin typeface="Calibri"/>
                      </a:endParaRPr>
                    </a:p>
                    <a:p>
                      <a:pPr lvl="0" algn="l">
                        <a:buNone/>
                      </a:pPr>
                      <a:r>
                        <a:rPr lang="pt-BR" sz="1800" b="1" i="0" u="none" strike="noStrike" noProof="0">
                          <a:solidFill>
                            <a:srgbClr val="FFFF00"/>
                          </a:solidFill>
                          <a:latin typeface="Calibri"/>
                        </a:rPr>
                        <a:t>Biblioteca Arcade</a:t>
                      </a:r>
                      <a:endParaRPr lang="pt-BR" sz="1800" b="0" i="0" u="none" strike="noStrike" noProof="0"/>
                    </a:p>
                    <a:p>
                      <a:pPr lvl="0" algn="l">
                        <a:buNone/>
                      </a:pPr>
                      <a:endParaRPr lang="pt-BR" sz="1800" b="1" i="0" u="none" strike="noStrike" noProof="0">
                        <a:solidFill>
                          <a:schemeClr val="accent6"/>
                        </a:solidFill>
                        <a:latin typeface="Calibri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841781"/>
                  </a:ext>
                </a:extLst>
              </a:tr>
              <a:tr h="169854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pt-BR" sz="1800" b="1" i="0" u="none" strike="noStrike" noProof="0">
                          <a:solidFill>
                            <a:srgbClr val="FFFF00"/>
                          </a:solidFill>
                          <a:latin typeface="Calibri"/>
                        </a:rPr>
                        <a:t>Pixel</a:t>
                      </a:r>
                      <a:endParaRPr lang="pt-BR">
                        <a:solidFill>
                          <a:srgbClr val="FFFF00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pt-BR" sz="1800" b="1" i="0" u="none" strike="noStrike" noProof="0">
                          <a:solidFill>
                            <a:srgbClr val="92D050"/>
                          </a:solidFill>
                          <a:latin typeface="Calibri"/>
                        </a:rPr>
                        <a:t>Interface gráfica</a:t>
                      </a:r>
                      <a:endParaRPr lang="en-US" sz="1800" b="0" i="0" u="none" strike="noStrike" noProof="0">
                        <a:solidFill>
                          <a:srgbClr val="92D050"/>
                        </a:solidFill>
                        <a:latin typeface="Calibri"/>
                      </a:endParaRPr>
                    </a:p>
                    <a:p>
                      <a:pPr lvl="0" algn="l">
                        <a:buNone/>
                      </a:pPr>
                      <a:endParaRPr lang="pt-BR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pt-BR" sz="1800" b="0" i="0" u="none" strike="noStrike" noProof="0">
                          <a:solidFill>
                            <a:srgbClr val="92D050"/>
                          </a:solidFill>
                          <a:latin typeface="Calibri"/>
                        </a:rPr>
                        <a:t>Biblioteca Random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800" b="0" i="0" u="none" strike="noStrike" noProof="0">
                        <a:solidFill>
                          <a:srgbClr val="92D050"/>
                        </a:solidFill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pt-BR" sz="1800" b="0" i="0" u="none" strike="noStrike" noProof="0">
                          <a:solidFill>
                            <a:srgbClr val="FFFF00"/>
                          </a:solidFill>
                        </a:rPr>
                        <a:t>Lógica de programação</a:t>
                      </a:r>
                      <a:endParaRPr lang="en-US" sz="1800" b="0" i="0" u="none" strike="noStrike" noProof="0">
                        <a:solidFill>
                          <a:srgbClr val="FFFF00"/>
                        </a:solidFill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800" b="0" i="0" u="none" strike="noStrike" noProof="0">
                        <a:solidFill>
                          <a:srgbClr val="92D050"/>
                        </a:solidFill>
                        <a:latin typeface="Calibri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2144963"/>
                  </a:ext>
                </a:extLst>
              </a:tr>
              <a:tr h="169854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pt-BR" sz="1800" b="1" i="0" u="none" strike="noStrike" noProof="0">
                          <a:solidFill>
                            <a:srgbClr val="92D050"/>
                          </a:solidFill>
                          <a:latin typeface="Calibri"/>
                        </a:rPr>
                        <a:t>História 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800" b="1" i="0" u="none" strike="noStrike" noProof="0">
                        <a:solidFill>
                          <a:srgbClr val="92D050"/>
                        </a:solidFill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pt-BR" sz="1800" b="1" i="0" u="none" strike="noStrike" noProof="0">
                          <a:solidFill>
                            <a:srgbClr val="92D050"/>
                          </a:solidFill>
                          <a:latin typeface="Calibri"/>
                        </a:rPr>
                        <a:t>Enredo</a:t>
                      </a:r>
                      <a:endParaRPr lang="pt-BR" b="1">
                        <a:solidFill>
                          <a:srgbClr val="92D050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pt-BR" sz="1800" b="1" i="0" u="none" strike="noStrike" noProof="0">
                          <a:solidFill>
                            <a:srgbClr val="92D050"/>
                          </a:solidFill>
                          <a:latin typeface="Calibri"/>
                        </a:rPr>
                        <a:t>Criação de fases</a:t>
                      </a:r>
                      <a:endParaRPr lang="en-US" sz="1800" b="1" i="0" u="none" strike="noStrike" noProof="0">
                        <a:solidFill>
                          <a:srgbClr val="92D050"/>
                        </a:solidFill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800" b="1" i="0" u="none" strike="noStrike" noProof="0">
                        <a:solidFill>
                          <a:srgbClr val="92D050"/>
                        </a:solidFill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i="0" u="none" strike="noStrike" noProof="0">
                          <a:solidFill>
                            <a:srgbClr val="FFFF00"/>
                          </a:solidFill>
                          <a:latin typeface="Calibri"/>
                        </a:rPr>
                        <a:t>Cenário</a:t>
                      </a:r>
                      <a:endParaRPr lang="pt-BR"/>
                    </a:p>
                    <a:p>
                      <a:pPr lvl="0" algn="l">
                        <a:buNone/>
                      </a:pPr>
                      <a:endParaRPr lang="pt-BR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pt-BR" sz="1800" b="0" i="0" u="none" strike="noStrike" noProof="0" dirty="0">
                          <a:solidFill>
                            <a:srgbClr val="92D050"/>
                          </a:solidFill>
                          <a:latin typeface="Calibri"/>
                        </a:rPr>
                        <a:t>Biblioteca </a:t>
                      </a:r>
                      <a:r>
                        <a:rPr lang="pt-BR" sz="1800" b="0" i="0" u="none" strike="noStrike" noProof="0" dirty="0" err="1">
                          <a:solidFill>
                            <a:srgbClr val="92D050"/>
                          </a:solidFill>
                          <a:latin typeface="Calibri"/>
                        </a:rPr>
                        <a:t>Pygame</a:t>
                      </a:r>
                      <a:endParaRPr lang="en-US" sz="1800" b="0" i="0" u="none" strike="noStrike" noProof="0" dirty="0">
                        <a:solidFill>
                          <a:srgbClr val="92D050"/>
                        </a:solidFill>
                        <a:latin typeface="Calibri"/>
                      </a:endParaRPr>
                    </a:p>
                    <a:p>
                      <a:pPr lvl="0" algn="l">
                        <a:buNone/>
                      </a:pPr>
                      <a:endParaRPr lang="pt-BR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9802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79684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5734CB04-CAA0-F16B-9A01-9D13B592FD12}"/>
              </a:ext>
            </a:extLst>
          </p:cNvPr>
          <p:cNvSpPr txBox="1">
            <a:spLocks/>
          </p:cNvSpPr>
          <p:nvPr/>
        </p:nvSpPr>
        <p:spPr>
          <a:xfrm>
            <a:off x="3520385" y="22032"/>
            <a:ext cx="5145852" cy="11740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400" b="1">
                <a:solidFill>
                  <a:srgbClr val="4475F4"/>
                </a:solidFill>
                <a:latin typeface="Mangal"/>
                <a:ea typeface="Calibri Light"/>
                <a:cs typeface="Calibri Light"/>
              </a:rPr>
              <a:t>JORNADA 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262BF5E-62A0-5E22-A1BD-FF773BB3B1E2}"/>
              </a:ext>
            </a:extLst>
          </p:cNvPr>
          <p:cNvSpPr txBox="1"/>
          <p:nvPr/>
        </p:nvSpPr>
        <p:spPr>
          <a:xfrm>
            <a:off x="702271" y="1009228"/>
            <a:ext cx="507059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>
                <a:solidFill>
                  <a:srgbClr val="DB0853"/>
                </a:solidFill>
                <a:ea typeface="Calibri"/>
                <a:cs typeface="Calibri"/>
              </a:rPr>
              <a:t>Nome:</a:t>
            </a:r>
            <a:r>
              <a:rPr lang="pt-BR" sz="2400">
                <a:solidFill>
                  <a:srgbClr val="7030A0"/>
                </a:solidFill>
                <a:ea typeface="Calibri"/>
                <a:cs typeface="Calibri"/>
              </a:rPr>
              <a:t> </a:t>
            </a:r>
            <a:r>
              <a:rPr lang="pt-BR" sz="2400">
                <a:solidFill>
                  <a:schemeClr val="bg1"/>
                </a:solidFill>
                <a:ea typeface="Calibri"/>
                <a:cs typeface="Calibri"/>
              </a:rPr>
              <a:t>Roberto Lopes</a:t>
            </a:r>
          </a:p>
        </p:txBody>
      </p:sp>
      <p:graphicFrame>
        <p:nvGraphicFramePr>
          <p:cNvPr id="275" name="CaixaDeTexto 3">
            <a:extLst>
              <a:ext uri="{FF2B5EF4-FFF2-40B4-BE49-F238E27FC236}">
                <a16:creationId xmlns:a16="http://schemas.microsoft.com/office/drawing/2014/main" id="{DF6E9F94-19EA-DEB5-6961-9220DBDEB7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1736680"/>
              </p:ext>
            </p:extLst>
          </p:nvPr>
        </p:nvGraphicFramePr>
        <p:xfrm>
          <a:off x="809549" y="1712550"/>
          <a:ext cx="10352468" cy="37812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49" name="Imagem 6">
            <a:extLst>
              <a:ext uri="{FF2B5EF4-FFF2-40B4-BE49-F238E27FC236}">
                <a16:creationId xmlns:a16="http://schemas.microsoft.com/office/drawing/2014/main" id="{5D738121-4D23-64A7-D05C-51009C80BC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5798" y="-6755"/>
            <a:ext cx="1528930" cy="164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138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5734CB04-CAA0-F16B-9A01-9D13B592FD12}"/>
              </a:ext>
            </a:extLst>
          </p:cNvPr>
          <p:cNvSpPr txBox="1">
            <a:spLocks/>
          </p:cNvSpPr>
          <p:nvPr/>
        </p:nvSpPr>
        <p:spPr>
          <a:xfrm>
            <a:off x="3533993" y="-86825"/>
            <a:ext cx="5145852" cy="11740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400" b="1">
                <a:solidFill>
                  <a:srgbClr val="4475F4"/>
                </a:solidFill>
                <a:latin typeface="Mangal"/>
                <a:ea typeface="Calibri Light"/>
                <a:cs typeface="Calibri Light"/>
              </a:rPr>
              <a:t>JORNADA</a:t>
            </a:r>
            <a:r>
              <a:rPr lang="de-DE" sz="4400" b="1">
                <a:solidFill>
                  <a:srgbClr val="4475F4"/>
                </a:solidFill>
                <a:ea typeface="Calibri Light"/>
                <a:cs typeface="Calibri Light"/>
              </a:rPr>
              <a:t> 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F5EBA82-EC92-E0B8-45FE-ACFEBA2E9ED3}"/>
              </a:ext>
            </a:extLst>
          </p:cNvPr>
          <p:cNvSpPr txBox="1"/>
          <p:nvPr/>
        </p:nvSpPr>
        <p:spPr>
          <a:xfrm>
            <a:off x="413647" y="723477"/>
            <a:ext cx="316022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>
                <a:solidFill>
                  <a:srgbClr val="DB0853"/>
                </a:solidFill>
                <a:ea typeface="Calibri"/>
                <a:cs typeface="Calibri"/>
              </a:rPr>
              <a:t>Nome:</a:t>
            </a:r>
            <a:r>
              <a:rPr lang="pt-BR" sz="2400">
                <a:solidFill>
                  <a:srgbClr val="7030A0"/>
                </a:solidFill>
                <a:ea typeface="Calibri"/>
                <a:cs typeface="Calibri"/>
              </a:rPr>
              <a:t> </a:t>
            </a:r>
            <a:r>
              <a:rPr lang="pt-BR" sz="2400">
                <a:solidFill>
                  <a:schemeClr val="bg1"/>
                </a:solidFill>
                <a:ea typeface="Calibri"/>
                <a:cs typeface="Calibri"/>
              </a:rPr>
              <a:t>Larissa Finch</a:t>
            </a:r>
          </a:p>
        </p:txBody>
      </p:sp>
      <p:graphicFrame>
        <p:nvGraphicFramePr>
          <p:cNvPr id="4" name="CaixaDeTexto 3">
            <a:extLst>
              <a:ext uri="{FF2B5EF4-FFF2-40B4-BE49-F238E27FC236}">
                <a16:creationId xmlns:a16="http://schemas.microsoft.com/office/drawing/2014/main" id="{8ECEDE3B-DFD0-1C0A-4E7C-21D0342A27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6227344"/>
              </p:ext>
            </p:extLst>
          </p:nvPr>
        </p:nvGraphicFramePr>
        <p:xfrm>
          <a:off x="132601" y="951905"/>
          <a:ext cx="11955294" cy="48059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37" name="Imagem 136" descr="Uma imagem contendo Ícone&#10;&#10;Descrição gerada automaticamente">
            <a:extLst>
              <a:ext uri="{FF2B5EF4-FFF2-40B4-BE49-F238E27FC236}">
                <a16:creationId xmlns:a16="http://schemas.microsoft.com/office/drawing/2014/main" id="{83FCDB4D-802F-1ED4-38FC-71FA3C8F2A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5443" y="-83976"/>
            <a:ext cx="1665890" cy="1701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007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5734CB04-CAA0-F16B-9A01-9D13B592FD12}"/>
              </a:ext>
            </a:extLst>
          </p:cNvPr>
          <p:cNvSpPr txBox="1">
            <a:spLocks/>
          </p:cNvSpPr>
          <p:nvPr/>
        </p:nvSpPr>
        <p:spPr>
          <a:xfrm>
            <a:off x="3520385" y="-5182"/>
            <a:ext cx="5145852" cy="11740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400" b="1">
                <a:solidFill>
                  <a:srgbClr val="4475F4"/>
                </a:solidFill>
                <a:latin typeface="Mangal"/>
                <a:ea typeface="Calibri Light"/>
                <a:cs typeface="Calibri Light"/>
              </a:rPr>
              <a:t>JORNADA 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74731D5-DF3E-1BCB-0B90-39FF5E1D5484}"/>
              </a:ext>
            </a:extLst>
          </p:cNvPr>
          <p:cNvSpPr txBox="1"/>
          <p:nvPr/>
        </p:nvSpPr>
        <p:spPr>
          <a:xfrm>
            <a:off x="1052033" y="863000"/>
            <a:ext cx="293484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>
                <a:solidFill>
                  <a:srgbClr val="DB0853"/>
                </a:solidFill>
                <a:ea typeface="Calibri"/>
                <a:cs typeface="Calibri"/>
              </a:rPr>
              <a:t>Nome:</a:t>
            </a:r>
            <a:r>
              <a:rPr lang="pt-BR" sz="24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 Joel Finch</a:t>
            </a:r>
          </a:p>
        </p:txBody>
      </p:sp>
      <p:pic>
        <p:nvPicPr>
          <p:cNvPr id="10" name="Imagem 4" descr="Ícone&#10;&#10;Descrição gerada automaticamente">
            <a:extLst>
              <a:ext uri="{FF2B5EF4-FFF2-40B4-BE49-F238E27FC236}">
                <a16:creationId xmlns:a16="http://schemas.microsoft.com/office/drawing/2014/main" id="{971A88F2-C737-E5B7-4D99-D6250757F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10326935" y="-39009"/>
            <a:ext cx="1798750" cy="1790454"/>
          </a:xfrm>
          <a:prstGeom prst="rect">
            <a:avLst/>
          </a:prstGeom>
        </p:spPr>
      </p:pic>
      <p:graphicFrame>
        <p:nvGraphicFramePr>
          <p:cNvPr id="12" name="CaixaDeTexto 3">
            <a:extLst>
              <a:ext uri="{FF2B5EF4-FFF2-40B4-BE49-F238E27FC236}">
                <a16:creationId xmlns:a16="http://schemas.microsoft.com/office/drawing/2014/main" id="{13B69A51-A861-D8E8-D0D8-057AEBB0AA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0509895"/>
              </p:ext>
            </p:extLst>
          </p:nvPr>
        </p:nvGraphicFramePr>
        <p:xfrm>
          <a:off x="1054477" y="2338478"/>
          <a:ext cx="10352468" cy="37812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134130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11703" y="158097"/>
            <a:ext cx="8960070" cy="53515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de-DE" b="1" cap="all" err="1">
                <a:solidFill>
                  <a:srgbClr val="4475F4"/>
                </a:solidFill>
                <a:latin typeface="Mangal"/>
                <a:cs typeface="Calibri Light"/>
              </a:rPr>
              <a:t>Ondas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23D579C-E1BF-9EDC-1C62-272D12F01C54}"/>
              </a:ext>
            </a:extLst>
          </p:cNvPr>
          <p:cNvSpPr txBox="1"/>
          <p:nvPr/>
        </p:nvSpPr>
        <p:spPr>
          <a:xfrm>
            <a:off x="96286" y="849242"/>
            <a:ext cx="1919947" cy="30777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>
              <a:lnSpc>
                <a:spcPct val="250000"/>
              </a:lnSpc>
            </a:pPr>
            <a:r>
              <a:rPr lang="pt-BR" sz="1600" b="1" dirty="0">
                <a:solidFill>
                  <a:schemeClr val="bg1"/>
                </a:solidFill>
                <a:latin typeface="Mangal"/>
                <a:cs typeface="Calibri"/>
              </a:rPr>
              <a:t>1ª Onda</a:t>
            </a:r>
            <a:endParaRPr lang="pt-BR" sz="1600" dirty="0">
              <a:solidFill>
                <a:schemeClr val="bg1"/>
              </a:solidFill>
              <a:latin typeface="Mangal"/>
              <a:cs typeface="Calibri" panose="020F0502020204030204"/>
            </a:endParaRPr>
          </a:p>
          <a:p>
            <a:pPr lvl="1">
              <a:lnSpc>
                <a:spcPct val="250000"/>
              </a:lnSpc>
            </a:pPr>
            <a:r>
              <a:rPr lang="pt-BR" sz="1600" b="1" dirty="0">
                <a:solidFill>
                  <a:schemeClr val="bg1"/>
                </a:solidFill>
                <a:latin typeface="Mangal"/>
                <a:cs typeface="Calibri"/>
              </a:rPr>
              <a:t>2</a:t>
            </a:r>
            <a:r>
              <a:rPr lang="pt-BR" sz="1600" b="1" dirty="0">
                <a:solidFill>
                  <a:schemeClr val="bg1"/>
                </a:solidFill>
                <a:ea typeface="+mn-lt"/>
                <a:cs typeface="+mn-lt"/>
              </a:rPr>
              <a:t>ª </a:t>
            </a:r>
            <a:r>
              <a:rPr lang="pt-BR" sz="1600" b="1" dirty="0">
                <a:solidFill>
                  <a:schemeClr val="bg1"/>
                </a:solidFill>
                <a:latin typeface="Mangal"/>
                <a:cs typeface="Calibri"/>
              </a:rPr>
              <a:t> Onda</a:t>
            </a:r>
          </a:p>
          <a:p>
            <a:pPr lvl="1">
              <a:lnSpc>
                <a:spcPct val="250000"/>
              </a:lnSpc>
            </a:pPr>
            <a:r>
              <a:rPr lang="pt-BR" sz="1600" b="1" dirty="0">
                <a:solidFill>
                  <a:schemeClr val="bg1"/>
                </a:solidFill>
                <a:latin typeface="Mangal"/>
                <a:cs typeface="Calibri"/>
              </a:rPr>
              <a:t>3</a:t>
            </a:r>
            <a:r>
              <a:rPr lang="pt-BR" sz="1600" b="1" dirty="0">
                <a:solidFill>
                  <a:schemeClr val="bg1"/>
                </a:solidFill>
                <a:ea typeface="+mn-lt"/>
                <a:cs typeface="+mn-lt"/>
              </a:rPr>
              <a:t>ª </a:t>
            </a:r>
            <a:r>
              <a:rPr lang="pt-BR" sz="1600" b="1" dirty="0">
                <a:solidFill>
                  <a:schemeClr val="bg1"/>
                </a:solidFill>
                <a:latin typeface="Mangal"/>
                <a:cs typeface="Calibri"/>
              </a:rPr>
              <a:t> Onda</a:t>
            </a:r>
          </a:p>
          <a:p>
            <a:pPr lvl="1">
              <a:lnSpc>
                <a:spcPct val="250000"/>
              </a:lnSpc>
            </a:pPr>
            <a:r>
              <a:rPr lang="pt-BR" sz="1600" b="1" dirty="0">
                <a:solidFill>
                  <a:schemeClr val="bg1"/>
                </a:solidFill>
                <a:latin typeface="Mangal"/>
                <a:cs typeface="Calibri"/>
              </a:rPr>
              <a:t>4</a:t>
            </a:r>
            <a:r>
              <a:rPr lang="pt-BR" sz="1600" b="1" dirty="0">
                <a:solidFill>
                  <a:schemeClr val="bg1"/>
                </a:solidFill>
                <a:ea typeface="+mn-lt"/>
                <a:cs typeface="+mn-lt"/>
              </a:rPr>
              <a:t>ª </a:t>
            </a:r>
            <a:r>
              <a:rPr lang="pt-BR" sz="1600" b="1" dirty="0">
                <a:solidFill>
                  <a:schemeClr val="bg1"/>
                </a:solidFill>
                <a:latin typeface="Mangal"/>
                <a:cs typeface="Calibri"/>
              </a:rPr>
              <a:t> Onda</a:t>
            </a:r>
          </a:p>
          <a:p>
            <a:pPr lvl="1">
              <a:lnSpc>
                <a:spcPct val="250000"/>
              </a:lnSpc>
            </a:pPr>
            <a:r>
              <a:rPr lang="pt-BR" sz="1600" b="1" dirty="0">
                <a:solidFill>
                  <a:schemeClr val="bg1"/>
                </a:solidFill>
                <a:latin typeface="Mangal"/>
                <a:cs typeface="Calibri"/>
              </a:rPr>
              <a:t>5</a:t>
            </a:r>
            <a:r>
              <a:rPr lang="pt-BR" sz="1600" b="1" dirty="0">
                <a:solidFill>
                  <a:schemeClr val="bg1"/>
                </a:solidFill>
                <a:ea typeface="+mn-lt"/>
                <a:cs typeface="+mn-lt"/>
              </a:rPr>
              <a:t>ª </a:t>
            </a:r>
            <a:r>
              <a:rPr lang="pt-BR" sz="1600" b="1" dirty="0">
                <a:solidFill>
                  <a:schemeClr val="bg1"/>
                </a:solidFill>
                <a:latin typeface="Mangal"/>
                <a:cs typeface="Calibri"/>
              </a:rPr>
              <a:t> Onda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A23E2C0-E35B-9329-23D1-44FD135BB710}"/>
              </a:ext>
            </a:extLst>
          </p:cNvPr>
          <p:cNvSpPr txBox="1"/>
          <p:nvPr/>
        </p:nvSpPr>
        <p:spPr>
          <a:xfrm>
            <a:off x="1877785" y="1021543"/>
            <a:ext cx="2517321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b="1">
                <a:cs typeface="Calibri"/>
              </a:rPr>
              <a:t>Enredo</a:t>
            </a:r>
            <a:endParaRPr lang="pt-BR" b="1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4C00F91-BEE7-BC5F-AF40-9137286D4050}"/>
              </a:ext>
            </a:extLst>
          </p:cNvPr>
          <p:cNvSpPr txBox="1"/>
          <p:nvPr/>
        </p:nvSpPr>
        <p:spPr>
          <a:xfrm>
            <a:off x="1877784" y="1706388"/>
            <a:ext cx="2517321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b="1">
                <a:cs typeface="Calibri"/>
              </a:rPr>
              <a:t>Pixel</a:t>
            </a:r>
            <a:endParaRPr lang="pt-BR" b="1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37865FF-18C9-EDF0-FFD0-FECDA416CDA5}"/>
              </a:ext>
            </a:extLst>
          </p:cNvPr>
          <p:cNvSpPr txBox="1"/>
          <p:nvPr/>
        </p:nvSpPr>
        <p:spPr>
          <a:xfrm>
            <a:off x="7379407" y="1021542"/>
            <a:ext cx="2517321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dirty="0">
                <a:cs typeface="Calibri"/>
              </a:rPr>
              <a:t>Lógica de programação</a:t>
            </a:r>
            <a:endParaRPr lang="pt-BR" b="1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52C2A41-6645-A8E7-634B-2626B56B36CC}"/>
              </a:ext>
            </a:extLst>
          </p:cNvPr>
          <p:cNvSpPr txBox="1"/>
          <p:nvPr/>
        </p:nvSpPr>
        <p:spPr>
          <a:xfrm>
            <a:off x="4592690" y="3544912"/>
            <a:ext cx="2517321" cy="369332"/>
          </a:xfrm>
          <a:prstGeom prst="rect">
            <a:avLst/>
          </a:prstGeom>
          <a:solidFill>
            <a:srgbClr val="FCFF5C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dirty="0">
                <a:ea typeface="+mn-lt"/>
                <a:cs typeface="+mn-lt"/>
              </a:rPr>
              <a:t>Interface gráfica</a:t>
            </a:r>
            <a:endParaRPr lang="pt-BR" b="1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99090A5-F6E8-F72A-A909-DC73F277C3BF}"/>
              </a:ext>
            </a:extLst>
          </p:cNvPr>
          <p:cNvSpPr txBox="1"/>
          <p:nvPr/>
        </p:nvSpPr>
        <p:spPr>
          <a:xfrm>
            <a:off x="7286935" y="2357429"/>
            <a:ext cx="2517321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ea typeface="+mn-lt"/>
                <a:cs typeface="+mn-lt"/>
              </a:rPr>
              <a:t>Biblioteca </a:t>
            </a:r>
            <a:r>
              <a:rPr lang="pt-BR" b="1" err="1">
                <a:ea typeface="+mn-lt"/>
                <a:cs typeface="+mn-lt"/>
              </a:rPr>
              <a:t>Pygame</a:t>
            </a:r>
            <a:endParaRPr lang="pt-BR" b="1" err="1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069184B-533F-F5F9-E1D6-C7F92593506D}"/>
              </a:ext>
            </a:extLst>
          </p:cNvPr>
          <p:cNvSpPr txBox="1"/>
          <p:nvPr/>
        </p:nvSpPr>
        <p:spPr>
          <a:xfrm>
            <a:off x="4592691" y="2926589"/>
            <a:ext cx="2517321" cy="369332"/>
          </a:xfrm>
          <a:prstGeom prst="rect">
            <a:avLst/>
          </a:prstGeom>
          <a:solidFill>
            <a:srgbClr val="FCFF5C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cs typeface="Calibri"/>
              </a:rPr>
              <a:t>Jogo 2D</a:t>
            </a:r>
            <a:endParaRPr lang="pt-BR" b="1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1564C3A-3665-F1F6-5A27-283872430F37}"/>
              </a:ext>
            </a:extLst>
          </p:cNvPr>
          <p:cNvSpPr txBox="1"/>
          <p:nvPr/>
        </p:nvSpPr>
        <p:spPr>
          <a:xfrm>
            <a:off x="7379408" y="3544912"/>
            <a:ext cx="2517321" cy="369332"/>
          </a:xfrm>
          <a:prstGeom prst="rect">
            <a:avLst/>
          </a:prstGeom>
          <a:solidFill>
            <a:srgbClr val="ED515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dirty="0">
                <a:cs typeface="Calibri"/>
              </a:rPr>
              <a:t>Projeção das janelas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6F020FA8-CBC0-B4A7-C9B7-2A0B757B4F07}"/>
              </a:ext>
            </a:extLst>
          </p:cNvPr>
          <p:cNvSpPr txBox="1"/>
          <p:nvPr/>
        </p:nvSpPr>
        <p:spPr>
          <a:xfrm>
            <a:off x="4685896" y="1021542"/>
            <a:ext cx="2517321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cs typeface="Calibri"/>
              </a:rPr>
              <a:t>Criação da História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94D4281-EEE2-A75D-3EA0-0726006CB3F5}"/>
              </a:ext>
            </a:extLst>
          </p:cNvPr>
          <p:cNvSpPr txBox="1"/>
          <p:nvPr/>
        </p:nvSpPr>
        <p:spPr>
          <a:xfrm>
            <a:off x="7355558" y="1682758"/>
            <a:ext cx="2517321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b="1" dirty="0">
                <a:cs typeface="Calibri"/>
              </a:rPr>
              <a:t>Personagens</a:t>
            </a:r>
            <a:endParaRPr lang="pt-BR" b="1" dirty="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0CA92396-DB32-D6E1-12C5-E798545FCCDE}"/>
              </a:ext>
            </a:extLst>
          </p:cNvPr>
          <p:cNvSpPr txBox="1"/>
          <p:nvPr/>
        </p:nvSpPr>
        <p:spPr>
          <a:xfrm>
            <a:off x="4663209" y="1672194"/>
            <a:ext cx="2517321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b="1" dirty="0">
                <a:cs typeface="Calibri"/>
              </a:rPr>
              <a:t>Cenário</a:t>
            </a:r>
            <a:endParaRPr lang="pt-BR" b="1" dirty="0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0C1DCD2-08D2-381A-C4A9-6E277A3A3981}"/>
              </a:ext>
            </a:extLst>
          </p:cNvPr>
          <p:cNvSpPr txBox="1"/>
          <p:nvPr/>
        </p:nvSpPr>
        <p:spPr>
          <a:xfrm>
            <a:off x="1947007" y="2366810"/>
            <a:ext cx="2517321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b="1">
                <a:cs typeface="Calibri"/>
              </a:rPr>
              <a:t>Python</a:t>
            </a:r>
            <a:endParaRPr lang="pt-BR" b="1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E71CB8A9-7175-45B4-21B8-963F8F45DA46}"/>
              </a:ext>
            </a:extLst>
          </p:cNvPr>
          <p:cNvSpPr txBox="1"/>
          <p:nvPr/>
        </p:nvSpPr>
        <p:spPr>
          <a:xfrm>
            <a:off x="1877780" y="2954793"/>
            <a:ext cx="2517321" cy="369332"/>
          </a:xfrm>
          <a:prstGeom prst="rect">
            <a:avLst/>
          </a:prstGeom>
          <a:solidFill>
            <a:srgbClr val="FCFF5C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ea typeface="+mn-lt"/>
                <a:cs typeface="+mn-lt"/>
              </a:rPr>
              <a:t>Biblioteca Random</a:t>
            </a:r>
            <a:endParaRPr lang="pt-BR" b="1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A94242F7-5962-0D0F-4C5F-1A93C0539925}"/>
              </a:ext>
            </a:extLst>
          </p:cNvPr>
          <p:cNvSpPr txBox="1"/>
          <p:nvPr/>
        </p:nvSpPr>
        <p:spPr>
          <a:xfrm>
            <a:off x="7379406" y="2934105"/>
            <a:ext cx="2517321" cy="369332"/>
          </a:xfrm>
          <a:prstGeom prst="rect">
            <a:avLst/>
          </a:prstGeom>
          <a:solidFill>
            <a:srgbClr val="ED515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cs typeface="Calibri"/>
              </a:rPr>
              <a:t>Criação de fases</a:t>
            </a:r>
            <a:endParaRPr lang="pt-BR" b="1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34CB0316-C1C1-C194-E1F2-B7201D82EFB6}"/>
              </a:ext>
            </a:extLst>
          </p:cNvPr>
          <p:cNvSpPr txBox="1"/>
          <p:nvPr/>
        </p:nvSpPr>
        <p:spPr>
          <a:xfrm>
            <a:off x="1877779" y="3499967"/>
            <a:ext cx="2517321" cy="369332"/>
          </a:xfrm>
          <a:prstGeom prst="rect">
            <a:avLst/>
          </a:prstGeom>
          <a:solidFill>
            <a:srgbClr val="FCFF5C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b="1" dirty="0">
                <a:ea typeface="+mn-lt"/>
                <a:cs typeface="+mn-lt"/>
              </a:rPr>
              <a:t>Matemática</a:t>
            </a:r>
            <a:endParaRPr lang="pt-BR" b="1" dirty="0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8E62EAAB-C325-A271-4875-045E1EB89142}"/>
              </a:ext>
            </a:extLst>
          </p:cNvPr>
          <p:cNvSpPr txBox="1"/>
          <p:nvPr/>
        </p:nvSpPr>
        <p:spPr>
          <a:xfrm>
            <a:off x="4651584" y="2357429"/>
            <a:ext cx="2517321" cy="369332"/>
          </a:xfrm>
          <a:prstGeom prst="rect">
            <a:avLst/>
          </a:prstGeom>
          <a:solidFill>
            <a:srgbClr val="ED515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dirty="0">
                <a:ea typeface="+mn-lt"/>
                <a:cs typeface="+mn-lt"/>
              </a:rPr>
              <a:t>Biblioteca Arcade</a:t>
            </a:r>
          </a:p>
        </p:txBody>
      </p:sp>
    </p:spTree>
    <p:extLst>
      <p:ext uri="{BB962C8B-B14F-4D97-AF65-F5344CB8AC3E}">
        <p14:creationId xmlns:p14="http://schemas.microsoft.com/office/powerpoint/2010/main" val="3652939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447119" y="308297"/>
            <a:ext cx="9144000" cy="2387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b="1">
                <a:solidFill>
                  <a:srgbClr val="4475F4"/>
                </a:solidFill>
                <a:latin typeface="Mangal"/>
                <a:cs typeface="Calibri Light"/>
              </a:rPr>
              <a:t>OBRIGADO</a:t>
            </a:r>
            <a:r>
              <a:rPr lang="de-DE" b="1">
                <a:solidFill>
                  <a:srgbClr val="DB0853"/>
                </a:solidFill>
                <a:latin typeface="Mangal"/>
                <a:cs typeface="Calibri Light"/>
              </a:rPr>
              <a:t>!</a:t>
            </a:r>
            <a:endParaRPr lang="pt-BR">
              <a:solidFill>
                <a:srgbClr val="DB0853"/>
              </a:solidFill>
              <a:latin typeface="Mangal"/>
              <a:cs typeface="Mangal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503260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b="1" err="1">
                <a:solidFill>
                  <a:schemeClr val="bg1"/>
                </a:solidFill>
                <a:latin typeface="Mangal"/>
                <a:ea typeface="Calibri"/>
                <a:cs typeface="Calibri"/>
              </a:rPr>
              <a:t>Agradeçemos</a:t>
            </a:r>
            <a:r>
              <a:rPr lang="de-DE" b="1">
                <a:solidFill>
                  <a:schemeClr val="bg1"/>
                </a:solidFill>
                <a:latin typeface="Mangal"/>
                <a:ea typeface="Calibri"/>
                <a:cs typeface="Calibri"/>
              </a:rPr>
              <a:t> a </a:t>
            </a:r>
            <a:r>
              <a:rPr lang="de-DE" b="1" err="1">
                <a:solidFill>
                  <a:schemeClr val="bg1"/>
                </a:solidFill>
                <a:latin typeface="Mangal"/>
                <a:ea typeface="Calibri"/>
                <a:cs typeface="Calibri"/>
              </a:rPr>
              <a:t>atenção</a:t>
            </a:r>
            <a:r>
              <a:rPr lang="de-DE" b="1">
                <a:solidFill>
                  <a:schemeClr val="bg1"/>
                </a:solidFill>
                <a:latin typeface="Mangal"/>
                <a:ea typeface="Calibri"/>
                <a:cs typeface="Calibri"/>
              </a:rPr>
              <a:t>! Vamos </a:t>
            </a:r>
            <a:r>
              <a:rPr lang="de-DE" b="1" err="1">
                <a:solidFill>
                  <a:schemeClr val="bg1"/>
                </a:solidFill>
                <a:latin typeface="Mangal"/>
                <a:ea typeface="Calibri"/>
                <a:cs typeface="Calibri"/>
              </a:rPr>
              <a:t>juntos</a:t>
            </a:r>
            <a:r>
              <a:rPr lang="de-DE" b="1">
                <a:solidFill>
                  <a:schemeClr val="bg1"/>
                </a:solidFill>
                <a:latin typeface="Mangal"/>
                <a:ea typeface="Calibri"/>
                <a:cs typeface="Calibri"/>
              </a:rPr>
              <a:t> </a:t>
            </a:r>
            <a:r>
              <a:rPr lang="de-DE" b="1" err="1">
                <a:solidFill>
                  <a:schemeClr val="bg1"/>
                </a:solidFill>
                <a:latin typeface="Mangal"/>
                <a:ea typeface="Calibri"/>
                <a:cs typeface="Calibri"/>
              </a:rPr>
              <a:t>avançando</a:t>
            </a:r>
            <a:r>
              <a:rPr lang="de-DE" b="1">
                <a:solidFill>
                  <a:schemeClr val="bg1"/>
                </a:solidFill>
                <a:latin typeface="Mangal"/>
                <a:ea typeface="Calibri"/>
                <a:cs typeface="Calibri"/>
              </a:rPr>
              <a:t> o </a:t>
            </a:r>
            <a:r>
              <a:rPr lang="de-DE" b="1" err="1">
                <a:solidFill>
                  <a:schemeClr val="bg1"/>
                </a:solidFill>
                <a:latin typeface="Mangal"/>
                <a:ea typeface="Calibri"/>
                <a:cs typeface="Calibri"/>
              </a:rPr>
              <a:t>ensino</a:t>
            </a:r>
            <a:r>
              <a:rPr lang="de-DE" b="1">
                <a:solidFill>
                  <a:schemeClr val="bg1"/>
                </a:solidFill>
                <a:latin typeface="Mangal"/>
                <a:ea typeface="Calibri"/>
                <a:cs typeface="Calibri"/>
              </a:rPr>
              <a:t> e </a:t>
            </a:r>
            <a:r>
              <a:rPr lang="de-DE" b="1" err="1">
                <a:solidFill>
                  <a:schemeClr val="bg1"/>
                </a:solidFill>
                <a:latin typeface="Mangal"/>
                <a:ea typeface="Calibri"/>
                <a:cs typeface="Calibri"/>
              </a:rPr>
              <a:t>transformando</a:t>
            </a:r>
            <a:r>
              <a:rPr lang="de-DE" b="1">
                <a:solidFill>
                  <a:schemeClr val="bg1"/>
                </a:solidFill>
                <a:latin typeface="Mangal"/>
                <a:ea typeface="Calibri"/>
                <a:cs typeface="Calibri"/>
              </a:rPr>
              <a:t> o ambiente </a:t>
            </a:r>
            <a:r>
              <a:rPr lang="de-DE" b="1" err="1">
                <a:solidFill>
                  <a:schemeClr val="bg1"/>
                </a:solidFill>
                <a:latin typeface="Mangal"/>
                <a:ea typeface="Calibri"/>
                <a:cs typeface="Calibri"/>
              </a:rPr>
              <a:t>educativo</a:t>
            </a:r>
            <a:r>
              <a:rPr lang="de-DE" b="1">
                <a:solidFill>
                  <a:schemeClr val="bg1"/>
                </a:solidFill>
                <a:latin typeface="Mangal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8255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172A0AC-3DCE-4672-BCAF-28FEF91F6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6F1C77-EDC9-4C5F-8C1C-62DD46BDA3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5">
            <a:extLst>
              <a:ext uri="{FF2B5EF4-FFF2-40B4-BE49-F238E27FC236}">
                <a16:creationId xmlns:a16="http://schemas.microsoft.com/office/drawing/2014/main" id="{BE141F59-17AA-1C81-F066-083A6C0DF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19572" y="-3308816"/>
            <a:ext cx="13876866" cy="13876866"/>
          </a:xfrm>
          <a:prstGeom prst="rect">
            <a:avLst/>
          </a:prstGeom>
        </p:spPr>
      </p:pic>
      <p:pic>
        <p:nvPicPr>
          <p:cNvPr id="3" name="Imagem 3">
            <a:extLst>
              <a:ext uri="{FF2B5EF4-FFF2-40B4-BE49-F238E27FC236}">
                <a16:creationId xmlns:a16="http://schemas.microsoft.com/office/drawing/2014/main" id="{5C4F3A6D-7E3F-525B-5EA1-2A9C0ADA8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583" y="744269"/>
            <a:ext cx="5381977" cy="5381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34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1469</TotalTime>
  <Words>892</Words>
  <Application>Microsoft Office PowerPoint</Application>
  <PresentationFormat>Widescreen</PresentationFormat>
  <Paragraphs>235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3" baseType="lpstr">
      <vt:lpstr>Arial</vt:lpstr>
      <vt:lpstr>Arial,Sans-Serif</vt:lpstr>
      <vt:lpstr>Calibri</vt:lpstr>
      <vt:lpstr>Calibri Light</vt:lpstr>
      <vt:lpstr>Mangal</vt:lpstr>
      <vt:lpstr>Times New Roman</vt:lpstr>
      <vt:lpstr>Office Theme</vt:lpstr>
      <vt:lpstr>APRESENTAÇÃO</vt:lpstr>
      <vt:lpstr>VISÃO DO PRODUTO</vt:lpstr>
      <vt:lpstr>Apresentação do PowerPoint</vt:lpstr>
      <vt:lpstr>Apresentação do PowerPoint</vt:lpstr>
      <vt:lpstr>PERSONAS</vt:lpstr>
      <vt:lpstr>PERSONAS </vt:lpstr>
      <vt:lpstr>PERSONAS</vt:lpstr>
      <vt:lpstr>PERSONAS / OBJETIVOS</vt:lpstr>
      <vt:lpstr>ENTENDIMENTO DE NEGÓCIO X CERTEZA TÉCNICA </vt:lpstr>
      <vt:lpstr> NIVEL DE ESFORÇO X VALOR DE NEGÓCIO </vt:lpstr>
      <vt:lpstr>Apresentação do PowerPoint</vt:lpstr>
      <vt:lpstr>Apresentação do PowerPoint</vt:lpstr>
      <vt:lpstr>Apresentação do PowerPoint</vt:lpstr>
      <vt:lpstr>Ondas</vt:lpstr>
      <vt:lpstr>OBRIGADO!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Cristhian Garcia</dc:creator>
  <cp:lastModifiedBy>Cristhian</cp:lastModifiedBy>
  <cp:revision>446</cp:revision>
  <dcterms:created xsi:type="dcterms:W3CDTF">2023-03-07T16:37:07Z</dcterms:created>
  <dcterms:modified xsi:type="dcterms:W3CDTF">2023-03-21T22:49:56Z</dcterms:modified>
</cp:coreProperties>
</file>